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5"/>
    <p:sldMasterId id="2147483679" r:id="rId6"/>
  </p:sldMasterIdLst>
  <p:notesMasterIdLst>
    <p:notesMasterId r:id="rId7"/>
  </p:notesMasterIdLst>
  <p:sldIdLst>
    <p:sldId id="256" r:id="rId38"/>
    <p:sldId id="257" r:id="rId39"/>
    <p:sldId id="258" r:id="rId40"/>
    <p:sldId id="259" r:id="rId41"/>
    <p:sldId id="260" r:id="rId42"/>
    <p:sldId id="261" r:id="rId43"/>
    <p:sldId id="262" r:id="rId44"/>
    <p:sldId id="263" r:id="rId45"/>
    <p:sldId id="264" r:id="rId46"/>
    <p:sldId id="265" r:id="rId47"/>
    <p:sldId id="266" r:id="rId48"/>
    <p:sldId id="267" r:id="rId49"/>
    <p:sldId id="268" r:id="rId50"/>
  </p:sldIdLst>
  <p:sldSz cy="6858000" cx="12191695"/>
  <p:notesSz cx="6858000" cy="9144000"/>
  <p:embeddedFontLst>
    <p:embeddedFont>
      <p:font typeface="Figtree Black"/>
      <p:bold r:id="rId57"/>
      <p:boldItalic r:id="rId58"/>
    </p:embeddedFont>
    <p:embeddedFont>
      <p:font typeface="Hanken Grotesk"/>
      <p:regular r:id="rId59"/>
      <p:bold r:id="rId60"/>
      <p:italic r:id="rId61"/>
      <p:boldItalic r:id="rId62"/>
    </p:embeddedFont>
    <p:embeddedFont>
      <p:font typeface="Proxima Nova"/>
      <p:regular r:id="rId63"/>
      <p:bold r:id="rId64"/>
      <p:italic r:id="rId65"/>
      <p:boldItalic r:id="rId66"/>
    </p:embeddedFont>
    <p:embeddedFont>
      <p:font typeface="Roboto Medium"/>
      <p:regular r:id="rId67"/>
      <p:bold r:id="rId68"/>
      <p:italic r:id="rId69"/>
      <p:boldItalic r:id="rId70"/>
    </p:embeddedFont>
    <p:embeddedFont>
      <p:font typeface="Amatic SC"/>
      <p:regular r:id="rId71"/>
      <p:bold r:id="rId72"/>
    </p:embeddedFont>
    <p:embeddedFont>
      <p:font typeface="Lato"/>
      <p:regular r:id="rId73"/>
      <p:bold r:id="rId74"/>
      <p:italic r:id="rId75"/>
      <p:boldItalic r:id="rId76"/>
    </p:embeddedFont>
    <p:embeddedFont>
      <p:font typeface="Inter"/>
      <p:regular r:id="rId77"/>
      <p:bold r:id="rId78"/>
      <p:italic r:id="rId79"/>
      <p:boldItalic r:id="rId80"/>
    </p:embeddedFont>
    <p:embeddedFont>
      <p:font typeface="Hanken Grotesk Light"/>
      <p:regular r:id="rId81"/>
      <p:bold r:id="rId82"/>
      <p:italic r:id="rId83"/>
      <p:boldItalic r:id="rId84"/>
    </p:embeddedFont>
    <p:embeddedFont>
      <p:font typeface="Hanken Grotesk Black"/>
      <p:bold r:id="rId85"/>
      <p:boldItalic r:id="rId8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37234D5-49A2-45E7-BF0A-A8BBFDDB98C5}">
  <a:tblStyle styleId="{E37234D5-49A2-45E7-BF0A-A8BBFDDB98C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38" Type="http://schemas.openxmlformats.org/officeDocument/2006/relationships/slide" Target="slides/slide1.xml"/><Relationship Id="rId39" Type="http://schemas.openxmlformats.org/officeDocument/2006/relationships/slide" Target="slides/slide2.xml"/><Relationship Id="rId40" Type="http://schemas.openxmlformats.org/officeDocument/2006/relationships/slide" Target="slides/slide3.xml"/><Relationship Id="rId41" Type="http://schemas.openxmlformats.org/officeDocument/2006/relationships/slide" Target="slides/slide4.xml"/><Relationship Id="rId42" Type="http://schemas.openxmlformats.org/officeDocument/2006/relationships/slide" Target="slides/slide5.xml"/><Relationship Id="rId43" Type="http://schemas.openxmlformats.org/officeDocument/2006/relationships/slide" Target="slides/slide6.xml"/><Relationship Id="rId44" Type="http://schemas.openxmlformats.org/officeDocument/2006/relationships/slide" Target="slides/slide7.xml"/><Relationship Id="rId45" Type="http://schemas.openxmlformats.org/officeDocument/2006/relationships/slide" Target="slides/slide8.xml"/><Relationship Id="rId46" Type="http://schemas.openxmlformats.org/officeDocument/2006/relationships/slide" Target="slides/slide9.xml"/><Relationship Id="rId47" Type="http://schemas.openxmlformats.org/officeDocument/2006/relationships/slide" Target="slides/slide10.xml"/><Relationship Id="rId48" Type="http://schemas.openxmlformats.org/officeDocument/2006/relationships/slide" Target="slides/slide11.xml"/><Relationship Id="rId49" Type="http://schemas.openxmlformats.org/officeDocument/2006/relationships/slide" Target="slides/slide12.xml"/><Relationship Id="rId50" Type="http://schemas.openxmlformats.org/officeDocument/2006/relationships/slide" Target="slides/slide13.xml"/><Relationship Id="rId57" Type="http://schemas.openxmlformats.org/officeDocument/2006/relationships/font" Target="fonts/FigtreeBlack-bold.fntdata"/><Relationship Id="rId58" Type="http://schemas.openxmlformats.org/officeDocument/2006/relationships/font" Target="fonts/FigtreeBlack-boldItalic.fntdata"/><Relationship Id="rId59" Type="http://schemas.openxmlformats.org/officeDocument/2006/relationships/font" Target="fonts/HankenGrotesk-regular.fntdata"/><Relationship Id="rId60" Type="http://schemas.openxmlformats.org/officeDocument/2006/relationships/font" Target="fonts/HankenGrotesk-bold.fntdata"/><Relationship Id="rId61" Type="http://schemas.openxmlformats.org/officeDocument/2006/relationships/font" Target="fonts/HankenGrotesk-italic.fntdata"/><Relationship Id="rId62" Type="http://schemas.openxmlformats.org/officeDocument/2006/relationships/font" Target="fonts/HankenGrotesk-boldItalic.fntdata"/><Relationship Id="rId63" Type="http://schemas.openxmlformats.org/officeDocument/2006/relationships/font" Target="fonts/ProximaNova-regular.fntdata"/><Relationship Id="rId64" Type="http://schemas.openxmlformats.org/officeDocument/2006/relationships/font" Target="fonts/ProximaNova-bold.fntdata"/><Relationship Id="rId65" Type="http://schemas.openxmlformats.org/officeDocument/2006/relationships/font" Target="fonts/ProximaNova-italic.fntdata"/><Relationship Id="rId66" Type="http://schemas.openxmlformats.org/officeDocument/2006/relationships/font" Target="fonts/ProximaNova-boldItalic.fntdata"/><Relationship Id="rId67" Type="http://schemas.openxmlformats.org/officeDocument/2006/relationships/font" Target="fonts/RobotoMedium-regular.fntdata"/><Relationship Id="rId68" Type="http://schemas.openxmlformats.org/officeDocument/2006/relationships/font" Target="fonts/RobotoMedium-bold.fntdata"/><Relationship Id="rId69" Type="http://schemas.openxmlformats.org/officeDocument/2006/relationships/font" Target="fonts/RobotoMedium-italic.fntdata"/><Relationship Id="rId70" Type="http://schemas.openxmlformats.org/officeDocument/2006/relationships/font" Target="fonts/RobotoMedium-boldItalic.fntdata"/><Relationship Id="rId71" Type="http://schemas.openxmlformats.org/officeDocument/2006/relationships/font" Target="fonts/AmaticSC-regular.fntdata"/><Relationship Id="rId72" Type="http://schemas.openxmlformats.org/officeDocument/2006/relationships/font" Target="fonts/AmaticSC-bold.fntdata"/><Relationship Id="rId73" Type="http://schemas.openxmlformats.org/officeDocument/2006/relationships/font" Target="fonts/Lato-regular.fntdata"/><Relationship Id="rId74" Type="http://schemas.openxmlformats.org/officeDocument/2006/relationships/font" Target="fonts/Lato-bold.fntdata"/><Relationship Id="rId75" Type="http://schemas.openxmlformats.org/officeDocument/2006/relationships/font" Target="fonts/Lato-italic.fntdata"/><Relationship Id="rId76" Type="http://schemas.openxmlformats.org/officeDocument/2006/relationships/font" Target="fonts/Lato-boldItalic.fntdata"/><Relationship Id="rId77" Type="http://schemas.openxmlformats.org/officeDocument/2006/relationships/font" Target="fonts/Inter-regular.fntdata"/><Relationship Id="rId78" Type="http://schemas.openxmlformats.org/officeDocument/2006/relationships/font" Target="fonts/Inter-bold.fntdata"/><Relationship Id="rId79" Type="http://schemas.openxmlformats.org/officeDocument/2006/relationships/font" Target="fonts/Inter-italic.fntdata"/><Relationship Id="rId80" Type="http://schemas.openxmlformats.org/officeDocument/2006/relationships/font" Target="fonts/Inter-boldItalic.fntdata"/><Relationship Id="rId81" Type="http://schemas.openxmlformats.org/officeDocument/2006/relationships/font" Target="fonts/HankenGroteskLight-regular.fntdata"/><Relationship Id="rId82" Type="http://schemas.openxmlformats.org/officeDocument/2006/relationships/font" Target="fonts/HankenGroteskLight-bold.fntdata"/><Relationship Id="rId83" Type="http://schemas.openxmlformats.org/officeDocument/2006/relationships/font" Target="fonts/HankenGroteskLight-italic.fntdata"/><Relationship Id="rId84" Type="http://schemas.openxmlformats.org/officeDocument/2006/relationships/font" Target="fonts/HankenGroteskLight-boldItalic.fntdata"/><Relationship Id="rId85" Type="http://schemas.openxmlformats.org/officeDocument/2006/relationships/font" Target="fonts/HankenGroteskBlack-bold.fntdata"/><Relationship Id="rId86" Type="http://schemas.openxmlformats.org/officeDocument/2006/relationships/font" Target="fonts/HankenGroteskBlack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7346075" y="130450"/>
            <a:ext cx="4889100" cy="4889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" name="Google Shape;10;p2"/>
          <p:cNvGrpSpPr/>
          <p:nvPr/>
        </p:nvGrpSpPr>
        <p:grpSpPr>
          <a:xfrm>
            <a:off x="727425" y="-49275"/>
            <a:ext cx="7703400" cy="5243325"/>
            <a:chOff x="727425" y="-49275"/>
            <a:chExt cx="7703400" cy="5243325"/>
          </a:xfrm>
        </p:grpSpPr>
        <p:sp>
          <p:nvSpPr>
            <p:cNvPr id="11" name="Google Shape;11;p2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" name="Google Shape;12;p2"/>
            <p:cNvCxnSpPr/>
            <p:nvPr/>
          </p:nvCxnSpPr>
          <p:spPr>
            <a:xfrm rot="10800000">
              <a:off x="727425" y="-49275"/>
              <a:ext cx="0" cy="58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" name="Google Shape;13;p2"/>
            <p:cNvCxnSpPr/>
            <p:nvPr/>
          </p:nvCxnSpPr>
          <p:spPr>
            <a:xfrm rot="10800000">
              <a:off x="8430775" y="4608450"/>
              <a:ext cx="0" cy="58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1087125" y="1670213"/>
            <a:ext cx="5897400" cy="13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1087125" y="2997488"/>
            <a:ext cx="58974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6433725" y="0"/>
            <a:ext cx="5143500" cy="514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" name="Google Shape;18;p3"/>
          <p:cNvGrpSpPr/>
          <p:nvPr/>
        </p:nvGrpSpPr>
        <p:grpSpPr>
          <a:xfrm>
            <a:off x="713225" y="-62550"/>
            <a:ext cx="7717800" cy="5210100"/>
            <a:chOff x="713225" y="-62550"/>
            <a:chExt cx="7717800" cy="5210100"/>
          </a:xfrm>
        </p:grpSpPr>
        <p:sp>
          <p:nvSpPr>
            <p:cNvPr id="19" name="Google Shape;19;p3"/>
            <p:cNvSpPr/>
            <p:nvPr/>
          </p:nvSpPr>
          <p:spPr>
            <a:xfrm>
              <a:off x="713225" y="533550"/>
              <a:ext cx="77178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0" name="Google Shape;20;p3"/>
            <p:cNvCxnSpPr/>
            <p:nvPr/>
          </p:nvCxnSpPr>
          <p:spPr>
            <a:xfrm rot="10800000">
              <a:off x="713225" y="-62550"/>
              <a:ext cx="0" cy="5961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" name="Google Shape;21;p3"/>
            <p:cNvCxnSpPr/>
            <p:nvPr/>
          </p:nvCxnSpPr>
          <p:spPr>
            <a:xfrm>
              <a:off x="8430775" y="4608450"/>
              <a:ext cx="0" cy="5391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2" name="Google Shape;22;p3"/>
          <p:cNvSpPr txBox="1"/>
          <p:nvPr>
            <p:ph type="title"/>
          </p:nvPr>
        </p:nvSpPr>
        <p:spPr>
          <a:xfrm>
            <a:off x="1216475" y="1977150"/>
            <a:ext cx="50676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3" name="Google Shape;23;p3"/>
          <p:cNvSpPr txBox="1"/>
          <p:nvPr>
            <p:ph hasCustomPrompt="1" idx="2" type="title"/>
          </p:nvPr>
        </p:nvSpPr>
        <p:spPr>
          <a:xfrm>
            <a:off x="720000" y="533550"/>
            <a:ext cx="824400" cy="7050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33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4" name="Google Shape;24;p3"/>
          <p:cNvSpPr txBox="1"/>
          <p:nvPr>
            <p:ph idx="1" type="subTitle"/>
          </p:nvPr>
        </p:nvSpPr>
        <p:spPr>
          <a:xfrm>
            <a:off x="1216475" y="2730750"/>
            <a:ext cx="5067600" cy="4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" name="Google Shape;27;p4"/>
          <p:cNvGrpSpPr/>
          <p:nvPr/>
        </p:nvGrpSpPr>
        <p:grpSpPr>
          <a:xfrm>
            <a:off x="-19050" y="232800"/>
            <a:ext cx="8930250" cy="5027400"/>
            <a:chOff x="-19050" y="232800"/>
            <a:chExt cx="8930250" cy="5027400"/>
          </a:xfrm>
        </p:grpSpPr>
        <p:sp>
          <p:nvSpPr>
            <p:cNvPr id="28" name="Google Shape;28;p4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9" name="Google Shape;29;p4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" name="Google Shape;30;p4"/>
            <p:cNvCxnSpPr/>
            <p:nvPr/>
          </p:nvCxnSpPr>
          <p:spPr>
            <a:xfrm>
              <a:off x="8911200" y="4917300"/>
              <a:ext cx="0" cy="3429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1" name="Google Shape;31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" type="body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" name="Google Shape;35;p5"/>
          <p:cNvGrpSpPr/>
          <p:nvPr/>
        </p:nvGrpSpPr>
        <p:grpSpPr>
          <a:xfrm>
            <a:off x="-77100" y="232800"/>
            <a:ext cx="8988300" cy="4964300"/>
            <a:chOff x="-77100" y="232800"/>
            <a:chExt cx="8988300" cy="4964300"/>
          </a:xfrm>
        </p:grpSpPr>
        <p:sp>
          <p:nvSpPr>
            <p:cNvPr id="36" name="Google Shape;36;p5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7" name="Google Shape;37;p5"/>
            <p:cNvCxnSpPr/>
            <p:nvPr/>
          </p:nvCxnSpPr>
          <p:spPr>
            <a:xfrm rot="10800000">
              <a:off x="-77100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" name="Google Shape;38;p5"/>
            <p:cNvCxnSpPr/>
            <p:nvPr/>
          </p:nvCxnSpPr>
          <p:spPr>
            <a:xfrm rot="10800000">
              <a:off x="8911200" y="4890500"/>
              <a:ext cx="0" cy="306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9" name="Google Shape;39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4651268" y="1736553"/>
            <a:ext cx="3772800" cy="27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720000" y="1736553"/>
            <a:ext cx="3772800" cy="27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720000" y="1451250"/>
            <a:ext cx="3772800" cy="36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4651268" y="1451250"/>
            <a:ext cx="3772800" cy="36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" name="Google Shape;46;p6"/>
          <p:cNvGrpSpPr/>
          <p:nvPr/>
        </p:nvGrpSpPr>
        <p:grpSpPr>
          <a:xfrm>
            <a:off x="232200" y="-49400"/>
            <a:ext cx="8679000" cy="5250800"/>
            <a:chOff x="232200" y="-49400"/>
            <a:chExt cx="8679000" cy="5250800"/>
          </a:xfrm>
        </p:grpSpPr>
        <p:grpSp>
          <p:nvGrpSpPr>
            <p:cNvPr id="47" name="Google Shape;47;p6"/>
            <p:cNvGrpSpPr/>
            <p:nvPr/>
          </p:nvGrpSpPr>
          <p:grpSpPr>
            <a:xfrm>
              <a:off x="232200" y="-49400"/>
              <a:ext cx="8679000" cy="5250800"/>
              <a:chOff x="232200" y="-49400"/>
              <a:chExt cx="8679000" cy="5250800"/>
            </a:xfrm>
          </p:grpSpPr>
          <p:sp>
            <p:nvSpPr>
              <p:cNvPr id="48" name="Google Shape;48;p6"/>
              <p:cNvSpPr/>
              <p:nvPr/>
            </p:nvSpPr>
            <p:spPr>
              <a:xfrm>
                <a:off x="232200" y="232800"/>
                <a:ext cx="8679000" cy="4684500"/>
              </a:xfrm>
              <a:prstGeom prst="rect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49" name="Google Shape;49;p6"/>
              <p:cNvCxnSpPr/>
              <p:nvPr/>
            </p:nvCxnSpPr>
            <p:spPr>
              <a:xfrm rot="10800000">
                <a:off x="8911200" y="-49400"/>
                <a:ext cx="0" cy="284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" name="Google Shape;50;p6"/>
              <p:cNvCxnSpPr/>
              <p:nvPr/>
            </p:nvCxnSpPr>
            <p:spPr>
              <a:xfrm rot="10800000">
                <a:off x="232200" y="4917300"/>
                <a:ext cx="0" cy="284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51" name="Google Shape;51;p6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" name="Google Shape;55;p7"/>
          <p:cNvGrpSpPr/>
          <p:nvPr/>
        </p:nvGrpSpPr>
        <p:grpSpPr>
          <a:xfrm>
            <a:off x="-19050" y="-16000"/>
            <a:ext cx="8930250" cy="4933300"/>
            <a:chOff x="-19050" y="-16000"/>
            <a:chExt cx="8930250" cy="4933300"/>
          </a:xfrm>
        </p:grpSpPr>
        <p:sp>
          <p:nvSpPr>
            <p:cNvPr id="56" name="Google Shape;56;p7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57" name="Google Shape;57;p7"/>
            <p:cNvCxnSpPr/>
            <p:nvPr/>
          </p:nvCxnSpPr>
          <p:spPr>
            <a:xfrm rot="10800000">
              <a:off x="-19050" y="49173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" name="Google Shape;58;p7"/>
            <p:cNvCxnSpPr/>
            <p:nvPr/>
          </p:nvCxnSpPr>
          <p:spPr>
            <a:xfrm rot="10800000">
              <a:off x="8911200" y="-16000"/>
              <a:ext cx="0" cy="2589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9" name="Google Shape;59;p7"/>
          <p:cNvSpPr txBox="1"/>
          <p:nvPr>
            <p:ph type="title"/>
          </p:nvPr>
        </p:nvSpPr>
        <p:spPr>
          <a:xfrm>
            <a:off x="720000" y="448050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0" name="Google Shape;60;p7"/>
          <p:cNvSpPr txBox="1"/>
          <p:nvPr>
            <p:ph idx="1" type="subTitle"/>
          </p:nvPr>
        </p:nvSpPr>
        <p:spPr>
          <a:xfrm>
            <a:off x="1733625" y="1361025"/>
            <a:ext cx="6580200" cy="29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/>
          <p:nvPr/>
        </p:nvSpPr>
        <p:spPr>
          <a:xfrm>
            <a:off x="2007375" y="2776900"/>
            <a:ext cx="5143500" cy="514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8"/>
          <p:cNvGrpSpPr/>
          <p:nvPr/>
        </p:nvGrpSpPr>
        <p:grpSpPr>
          <a:xfrm>
            <a:off x="-25" y="533550"/>
            <a:ext cx="9270975" cy="4075025"/>
            <a:chOff x="-25" y="533550"/>
            <a:chExt cx="9270975" cy="4075025"/>
          </a:xfrm>
        </p:grpSpPr>
        <p:sp>
          <p:nvSpPr>
            <p:cNvPr id="64" name="Google Shape;64;p8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8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endParaRPr>
            </a:p>
          </p:txBody>
        </p:sp>
        <p:cxnSp>
          <p:nvCxnSpPr>
            <p:cNvPr id="65" name="Google Shape;65;p8"/>
            <p:cNvCxnSpPr/>
            <p:nvPr/>
          </p:nvCxnSpPr>
          <p:spPr>
            <a:xfrm rot="10800000">
              <a:off x="8430950" y="533550"/>
              <a:ext cx="840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" name="Google Shape;66;p8"/>
            <p:cNvCxnSpPr/>
            <p:nvPr/>
          </p:nvCxnSpPr>
          <p:spPr>
            <a:xfrm rot="10800000">
              <a:off x="-25" y="4608575"/>
              <a:ext cx="7407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7" name="Google Shape;67;p8"/>
          <p:cNvSpPr txBox="1"/>
          <p:nvPr>
            <p:ph type="title"/>
          </p:nvPr>
        </p:nvSpPr>
        <p:spPr>
          <a:xfrm>
            <a:off x="1644450" y="1733400"/>
            <a:ext cx="5855100" cy="76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3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/>
          <p:nvPr/>
        </p:nvSpPr>
        <p:spPr>
          <a:xfrm>
            <a:off x="-2613450" y="-126025"/>
            <a:ext cx="5402100" cy="5402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" name="Google Shape;70;p9"/>
          <p:cNvGrpSpPr/>
          <p:nvPr/>
        </p:nvGrpSpPr>
        <p:grpSpPr>
          <a:xfrm>
            <a:off x="727425" y="-49275"/>
            <a:ext cx="7703400" cy="5243325"/>
            <a:chOff x="727425" y="-49275"/>
            <a:chExt cx="7703400" cy="5243325"/>
          </a:xfrm>
        </p:grpSpPr>
        <p:sp>
          <p:nvSpPr>
            <p:cNvPr id="71" name="Google Shape;71;p9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72" name="Google Shape;72;p9"/>
            <p:cNvCxnSpPr/>
            <p:nvPr/>
          </p:nvCxnSpPr>
          <p:spPr>
            <a:xfrm rot="10800000">
              <a:off x="727425" y="-49275"/>
              <a:ext cx="0" cy="58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" name="Google Shape;73;p9"/>
            <p:cNvCxnSpPr/>
            <p:nvPr/>
          </p:nvCxnSpPr>
          <p:spPr>
            <a:xfrm rot="10800000">
              <a:off x="8430775" y="4608450"/>
              <a:ext cx="0" cy="58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4" name="Google Shape;74;p9"/>
          <p:cNvSpPr txBox="1"/>
          <p:nvPr>
            <p:ph type="title"/>
          </p:nvPr>
        </p:nvSpPr>
        <p:spPr>
          <a:xfrm>
            <a:off x="3496850" y="1021763"/>
            <a:ext cx="4294800" cy="20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3496850" y="3117038"/>
            <a:ext cx="4294800" cy="100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10"/>
          <p:cNvSpPr txBox="1"/>
          <p:nvPr>
            <p:ph type="title"/>
          </p:nvPr>
        </p:nvSpPr>
        <p:spPr>
          <a:xfrm>
            <a:off x="720000" y="4045175"/>
            <a:ext cx="7710900" cy="56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1"/>
          <p:cNvSpPr/>
          <p:nvPr/>
        </p:nvSpPr>
        <p:spPr>
          <a:xfrm>
            <a:off x="-3422975" y="0"/>
            <a:ext cx="5143500" cy="514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1" name="Google Shape;81;p11"/>
          <p:cNvGrpSpPr/>
          <p:nvPr/>
        </p:nvGrpSpPr>
        <p:grpSpPr>
          <a:xfrm>
            <a:off x="727425" y="-382650"/>
            <a:ext cx="7703400" cy="5907300"/>
            <a:chOff x="727425" y="-382650"/>
            <a:chExt cx="7703400" cy="5907300"/>
          </a:xfrm>
        </p:grpSpPr>
        <p:sp>
          <p:nvSpPr>
            <p:cNvPr id="82" name="Google Shape;82;p11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3" name="Google Shape;83;p11"/>
            <p:cNvCxnSpPr/>
            <p:nvPr/>
          </p:nvCxnSpPr>
          <p:spPr>
            <a:xfrm>
              <a:off x="727425" y="4608450"/>
              <a:ext cx="0" cy="916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" name="Google Shape;84;p11"/>
            <p:cNvCxnSpPr/>
            <p:nvPr/>
          </p:nvCxnSpPr>
          <p:spPr>
            <a:xfrm>
              <a:off x="8430775" y="-382650"/>
              <a:ext cx="0" cy="916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5" name="Google Shape;85;p11"/>
          <p:cNvSpPr txBox="1"/>
          <p:nvPr>
            <p:ph hasCustomPrompt="1" type="title"/>
          </p:nvPr>
        </p:nvSpPr>
        <p:spPr>
          <a:xfrm>
            <a:off x="2603050" y="1856113"/>
            <a:ext cx="5827800" cy="10245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49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6" name="Google Shape;86;p11"/>
          <p:cNvSpPr txBox="1"/>
          <p:nvPr>
            <p:ph idx="1" type="subTitle"/>
          </p:nvPr>
        </p:nvSpPr>
        <p:spPr>
          <a:xfrm>
            <a:off x="2603050" y="2880588"/>
            <a:ext cx="5827800" cy="4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2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/>
          <p:nvPr/>
        </p:nvSpPr>
        <p:spPr>
          <a:xfrm>
            <a:off x="-941925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0" name="Google Shape;90;p13"/>
          <p:cNvGrpSpPr/>
          <p:nvPr/>
        </p:nvGrpSpPr>
        <p:grpSpPr>
          <a:xfrm>
            <a:off x="-19050" y="232800"/>
            <a:ext cx="9189150" cy="4684500"/>
            <a:chOff x="-19050" y="232800"/>
            <a:chExt cx="9189150" cy="4684500"/>
          </a:xfrm>
        </p:grpSpPr>
        <p:sp>
          <p:nvSpPr>
            <p:cNvPr id="91" name="Google Shape;91;p13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92" name="Google Shape;92;p13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" name="Google Shape;93;p13"/>
            <p:cNvCxnSpPr/>
            <p:nvPr/>
          </p:nvCxnSpPr>
          <p:spPr>
            <a:xfrm rot="10800000">
              <a:off x="8911200" y="49173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4" name="Google Shape;94;p13"/>
          <p:cNvSpPr txBox="1"/>
          <p:nvPr>
            <p:ph type="title"/>
          </p:nvPr>
        </p:nvSpPr>
        <p:spPr>
          <a:xfrm>
            <a:off x="6632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5" name="Google Shape;95;p13"/>
          <p:cNvSpPr txBox="1"/>
          <p:nvPr>
            <p:ph idx="1" type="subTitle"/>
          </p:nvPr>
        </p:nvSpPr>
        <p:spPr>
          <a:xfrm>
            <a:off x="788675" y="21058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3"/>
          <p:cNvSpPr txBox="1"/>
          <p:nvPr>
            <p:ph idx="2" type="subTitle"/>
          </p:nvPr>
        </p:nvSpPr>
        <p:spPr>
          <a:xfrm>
            <a:off x="788675" y="3772552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3"/>
          <p:cNvSpPr txBox="1"/>
          <p:nvPr>
            <p:ph idx="3" type="subTitle"/>
          </p:nvPr>
        </p:nvSpPr>
        <p:spPr>
          <a:xfrm>
            <a:off x="3418500" y="3772552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3"/>
          <p:cNvSpPr txBox="1"/>
          <p:nvPr>
            <p:ph idx="4" type="subTitle"/>
          </p:nvPr>
        </p:nvSpPr>
        <p:spPr>
          <a:xfrm>
            <a:off x="3418500" y="21058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3"/>
          <p:cNvSpPr txBox="1"/>
          <p:nvPr>
            <p:ph hasCustomPrompt="1" idx="5" type="title"/>
          </p:nvPr>
        </p:nvSpPr>
        <p:spPr>
          <a:xfrm>
            <a:off x="919575" y="1319650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0" name="Google Shape;100;p13"/>
          <p:cNvSpPr txBox="1"/>
          <p:nvPr>
            <p:ph hasCustomPrompt="1" idx="6" type="title"/>
          </p:nvPr>
        </p:nvSpPr>
        <p:spPr>
          <a:xfrm>
            <a:off x="3509050" y="2977575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1" name="Google Shape;101;p13"/>
          <p:cNvSpPr txBox="1"/>
          <p:nvPr>
            <p:ph hasCustomPrompt="1" idx="7" type="title"/>
          </p:nvPr>
        </p:nvSpPr>
        <p:spPr>
          <a:xfrm>
            <a:off x="919575" y="2977575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2" name="Google Shape;102;p13"/>
          <p:cNvSpPr txBox="1"/>
          <p:nvPr>
            <p:ph hasCustomPrompt="1" idx="8" type="title"/>
          </p:nvPr>
        </p:nvSpPr>
        <p:spPr>
          <a:xfrm>
            <a:off x="3528275" y="1319650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3" name="Google Shape;103;p13"/>
          <p:cNvSpPr txBox="1"/>
          <p:nvPr>
            <p:ph idx="9" type="subTitle"/>
          </p:nvPr>
        </p:nvSpPr>
        <p:spPr>
          <a:xfrm>
            <a:off x="6048325" y="3772552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3"/>
          <p:cNvSpPr txBox="1"/>
          <p:nvPr>
            <p:ph idx="13" type="subTitle"/>
          </p:nvPr>
        </p:nvSpPr>
        <p:spPr>
          <a:xfrm>
            <a:off x="6048325" y="21058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3"/>
          <p:cNvSpPr txBox="1"/>
          <p:nvPr>
            <p:ph hasCustomPrompt="1" idx="14" type="title"/>
          </p:nvPr>
        </p:nvSpPr>
        <p:spPr>
          <a:xfrm>
            <a:off x="6136975" y="2977575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6" name="Google Shape;106;p13"/>
          <p:cNvSpPr txBox="1"/>
          <p:nvPr>
            <p:ph hasCustomPrompt="1" idx="15" type="title"/>
          </p:nvPr>
        </p:nvSpPr>
        <p:spPr>
          <a:xfrm>
            <a:off x="6136975" y="1319650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7" name="Google Shape;107;p13"/>
          <p:cNvSpPr txBox="1"/>
          <p:nvPr>
            <p:ph idx="16" type="subTitle"/>
          </p:nvPr>
        </p:nvSpPr>
        <p:spPr>
          <a:xfrm>
            <a:off x="788675" y="1848775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08" name="Google Shape;108;p13"/>
          <p:cNvSpPr txBox="1"/>
          <p:nvPr>
            <p:ph idx="17" type="subTitle"/>
          </p:nvPr>
        </p:nvSpPr>
        <p:spPr>
          <a:xfrm>
            <a:off x="788675" y="3503023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09" name="Google Shape;109;p13"/>
          <p:cNvSpPr txBox="1"/>
          <p:nvPr>
            <p:ph idx="18" type="subTitle"/>
          </p:nvPr>
        </p:nvSpPr>
        <p:spPr>
          <a:xfrm>
            <a:off x="3418500" y="3503023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10" name="Google Shape;110;p13"/>
          <p:cNvSpPr txBox="1"/>
          <p:nvPr>
            <p:ph idx="19" type="subTitle"/>
          </p:nvPr>
        </p:nvSpPr>
        <p:spPr>
          <a:xfrm>
            <a:off x="3418500" y="1848775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11" name="Google Shape;111;p13"/>
          <p:cNvSpPr txBox="1"/>
          <p:nvPr>
            <p:ph idx="20" type="subTitle"/>
          </p:nvPr>
        </p:nvSpPr>
        <p:spPr>
          <a:xfrm>
            <a:off x="6048325" y="3503023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1" type="subTitle"/>
          </p:nvPr>
        </p:nvSpPr>
        <p:spPr>
          <a:xfrm>
            <a:off x="6048325" y="1848775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4"/>
          <p:cNvSpPr/>
          <p:nvPr/>
        </p:nvSpPr>
        <p:spPr>
          <a:xfrm>
            <a:off x="-2125550" y="3018625"/>
            <a:ext cx="4243200" cy="4243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5" name="Google Shape;115;p14"/>
          <p:cNvGrpSpPr/>
          <p:nvPr/>
        </p:nvGrpSpPr>
        <p:grpSpPr>
          <a:xfrm>
            <a:off x="727425" y="-29250"/>
            <a:ext cx="8550550" cy="4637825"/>
            <a:chOff x="727425" y="-29250"/>
            <a:chExt cx="8550550" cy="4637825"/>
          </a:xfrm>
        </p:grpSpPr>
        <p:sp>
          <p:nvSpPr>
            <p:cNvPr id="116" name="Google Shape;116;p14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7" name="Google Shape;117;p14"/>
            <p:cNvCxnSpPr/>
            <p:nvPr/>
          </p:nvCxnSpPr>
          <p:spPr>
            <a:xfrm rot="10800000">
              <a:off x="727425" y="-29250"/>
              <a:ext cx="0" cy="562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8" name="Google Shape;118;p14"/>
            <p:cNvCxnSpPr/>
            <p:nvPr/>
          </p:nvCxnSpPr>
          <p:spPr>
            <a:xfrm>
              <a:off x="8430775" y="4608575"/>
              <a:ext cx="8472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19" name="Google Shape;119;p14"/>
          <p:cNvSpPr txBox="1"/>
          <p:nvPr>
            <p:ph type="title"/>
          </p:nvPr>
        </p:nvSpPr>
        <p:spPr>
          <a:xfrm>
            <a:off x="2212125" y="2464650"/>
            <a:ext cx="5913900" cy="5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0" name="Google Shape;120;p14"/>
          <p:cNvSpPr txBox="1"/>
          <p:nvPr>
            <p:ph idx="1" type="subTitle"/>
          </p:nvPr>
        </p:nvSpPr>
        <p:spPr>
          <a:xfrm>
            <a:off x="2212125" y="838350"/>
            <a:ext cx="5913900" cy="162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9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35528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3" name="Google Shape;123;p15"/>
          <p:cNvGrpSpPr/>
          <p:nvPr/>
        </p:nvGrpSpPr>
        <p:grpSpPr>
          <a:xfrm>
            <a:off x="-50475" y="232800"/>
            <a:ext cx="8961675" cy="4684500"/>
            <a:chOff x="-50475" y="232800"/>
            <a:chExt cx="8961675" cy="4684500"/>
          </a:xfrm>
        </p:grpSpPr>
        <p:sp>
          <p:nvSpPr>
            <p:cNvPr id="124" name="Google Shape;124;p15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5" name="Google Shape;125;p15"/>
            <p:cNvCxnSpPr/>
            <p:nvPr/>
          </p:nvCxnSpPr>
          <p:spPr>
            <a:xfrm rot="10800000">
              <a:off x="-50475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26" name="Google Shape;126;p15"/>
          <p:cNvSpPr txBox="1"/>
          <p:nvPr>
            <p:ph type="title"/>
          </p:nvPr>
        </p:nvSpPr>
        <p:spPr>
          <a:xfrm>
            <a:off x="720000" y="1203900"/>
            <a:ext cx="3198300" cy="15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7" name="Google Shape;127;p15"/>
          <p:cNvSpPr txBox="1"/>
          <p:nvPr>
            <p:ph idx="1" type="subTitle"/>
          </p:nvPr>
        </p:nvSpPr>
        <p:spPr>
          <a:xfrm>
            <a:off x="720000" y="2706062"/>
            <a:ext cx="3198300" cy="14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5"/>
          <p:cNvSpPr/>
          <p:nvPr>
            <p:ph idx="2" type="pic"/>
          </p:nvPr>
        </p:nvSpPr>
        <p:spPr>
          <a:xfrm>
            <a:off x="4494050" y="0"/>
            <a:ext cx="4650000" cy="5143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-923000" y="-9455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1" name="Google Shape;131;p16"/>
          <p:cNvGrpSpPr/>
          <p:nvPr/>
        </p:nvGrpSpPr>
        <p:grpSpPr>
          <a:xfrm>
            <a:off x="-19050" y="232800"/>
            <a:ext cx="9176275" cy="4684500"/>
            <a:chOff x="-19050" y="232800"/>
            <a:chExt cx="9176275" cy="4684500"/>
          </a:xfrm>
        </p:grpSpPr>
        <p:sp>
          <p:nvSpPr>
            <p:cNvPr id="132" name="Google Shape;132;p16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3" name="Google Shape;133;p16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4" name="Google Shape;134;p16"/>
            <p:cNvCxnSpPr/>
            <p:nvPr/>
          </p:nvCxnSpPr>
          <p:spPr>
            <a:xfrm>
              <a:off x="8917525" y="4917300"/>
              <a:ext cx="2397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35" name="Google Shape;135;p16"/>
          <p:cNvSpPr txBox="1"/>
          <p:nvPr>
            <p:ph type="title"/>
          </p:nvPr>
        </p:nvSpPr>
        <p:spPr>
          <a:xfrm>
            <a:off x="878875" y="1533125"/>
            <a:ext cx="3024900" cy="64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6" name="Google Shape;136;p16"/>
          <p:cNvSpPr txBox="1"/>
          <p:nvPr>
            <p:ph idx="1" type="subTitle"/>
          </p:nvPr>
        </p:nvSpPr>
        <p:spPr>
          <a:xfrm>
            <a:off x="878875" y="2175300"/>
            <a:ext cx="3024900" cy="12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0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9" name="Google Shape;139;p17"/>
          <p:cNvGrpSpPr/>
          <p:nvPr/>
        </p:nvGrpSpPr>
        <p:grpSpPr>
          <a:xfrm>
            <a:off x="232200" y="232800"/>
            <a:ext cx="8937900" cy="4932875"/>
            <a:chOff x="232200" y="232800"/>
            <a:chExt cx="8937900" cy="4932875"/>
          </a:xfrm>
        </p:grpSpPr>
        <p:sp>
          <p:nvSpPr>
            <p:cNvPr id="140" name="Google Shape;140;p17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1" name="Google Shape;141;p17"/>
            <p:cNvCxnSpPr/>
            <p:nvPr/>
          </p:nvCxnSpPr>
          <p:spPr>
            <a:xfrm rot="10800000">
              <a:off x="891120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" name="Google Shape;142;p17"/>
            <p:cNvCxnSpPr/>
            <p:nvPr/>
          </p:nvCxnSpPr>
          <p:spPr>
            <a:xfrm>
              <a:off x="233525" y="4913075"/>
              <a:ext cx="0" cy="252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43" name="Google Shape;143;p17"/>
          <p:cNvSpPr txBox="1"/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1" type="subTitle"/>
          </p:nvPr>
        </p:nvSpPr>
        <p:spPr>
          <a:xfrm>
            <a:off x="713250" y="1017725"/>
            <a:ext cx="7717500" cy="8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0_1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/>
          <p:nvPr/>
        </p:nvSpPr>
        <p:spPr>
          <a:xfrm>
            <a:off x="7069475" y="3282725"/>
            <a:ext cx="3701700" cy="3701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7" name="Google Shape;147;p18"/>
          <p:cNvGrpSpPr/>
          <p:nvPr/>
        </p:nvGrpSpPr>
        <p:grpSpPr>
          <a:xfrm>
            <a:off x="-19050" y="232800"/>
            <a:ext cx="8930250" cy="5117250"/>
            <a:chOff x="-19050" y="232800"/>
            <a:chExt cx="8930250" cy="5117250"/>
          </a:xfrm>
        </p:grpSpPr>
        <p:sp>
          <p:nvSpPr>
            <p:cNvPr id="148" name="Google Shape;148;p18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9" name="Google Shape;149;p18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0" name="Google Shape;150;p18"/>
            <p:cNvCxnSpPr/>
            <p:nvPr/>
          </p:nvCxnSpPr>
          <p:spPr>
            <a:xfrm rot="10800000">
              <a:off x="8911200" y="4917150"/>
              <a:ext cx="0" cy="4329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1" name="Google Shape;151;p18"/>
          <p:cNvSpPr txBox="1"/>
          <p:nvPr>
            <p:ph type="title"/>
          </p:nvPr>
        </p:nvSpPr>
        <p:spPr>
          <a:xfrm>
            <a:off x="722326" y="445025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>
            <a:off x="713175" y="1421525"/>
            <a:ext cx="5945400" cy="26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5" name="Google Shape;155;p19"/>
          <p:cNvGrpSpPr/>
          <p:nvPr/>
        </p:nvGrpSpPr>
        <p:grpSpPr>
          <a:xfrm>
            <a:off x="232200" y="232800"/>
            <a:ext cx="8988300" cy="5000100"/>
            <a:chOff x="232200" y="232800"/>
            <a:chExt cx="8988300" cy="5000100"/>
          </a:xfrm>
        </p:grpSpPr>
        <p:sp>
          <p:nvSpPr>
            <p:cNvPr id="156" name="Google Shape;156;p19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7" name="Google Shape;157;p19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" name="Google Shape;158;p19"/>
            <p:cNvCxnSpPr/>
            <p:nvPr/>
          </p:nvCxnSpPr>
          <p:spPr>
            <a:xfrm>
              <a:off x="233525" y="4917300"/>
              <a:ext cx="0" cy="31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9" name="Google Shape;159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0" name="Google Shape;160;p19"/>
          <p:cNvSpPr txBox="1"/>
          <p:nvPr>
            <p:ph idx="1" type="subTitle"/>
          </p:nvPr>
        </p:nvSpPr>
        <p:spPr>
          <a:xfrm>
            <a:off x="977801" y="2514225"/>
            <a:ext cx="2242500" cy="9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19"/>
          <p:cNvSpPr txBox="1"/>
          <p:nvPr>
            <p:ph idx="2" type="subTitle"/>
          </p:nvPr>
        </p:nvSpPr>
        <p:spPr>
          <a:xfrm>
            <a:off x="3450748" y="2514225"/>
            <a:ext cx="2242500" cy="9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19"/>
          <p:cNvSpPr txBox="1"/>
          <p:nvPr>
            <p:ph idx="3" type="subTitle"/>
          </p:nvPr>
        </p:nvSpPr>
        <p:spPr>
          <a:xfrm>
            <a:off x="5923698" y="2514225"/>
            <a:ext cx="2242500" cy="9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19"/>
          <p:cNvSpPr txBox="1"/>
          <p:nvPr>
            <p:ph idx="4" type="subTitle"/>
          </p:nvPr>
        </p:nvSpPr>
        <p:spPr>
          <a:xfrm>
            <a:off x="977803" y="2285625"/>
            <a:ext cx="22425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64" name="Google Shape;164;p19"/>
          <p:cNvSpPr txBox="1"/>
          <p:nvPr>
            <p:ph idx="5" type="subTitle"/>
          </p:nvPr>
        </p:nvSpPr>
        <p:spPr>
          <a:xfrm>
            <a:off x="3450747" y="2285625"/>
            <a:ext cx="22425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65" name="Google Shape;165;p19"/>
          <p:cNvSpPr txBox="1"/>
          <p:nvPr>
            <p:ph idx="6" type="subTitle"/>
          </p:nvPr>
        </p:nvSpPr>
        <p:spPr>
          <a:xfrm>
            <a:off x="5923697" y="2285625"/>
            <a:ext cx="22425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0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8" name="Google Shape;168;p20"/>
          <p:cNvGrpSpPr/>
          <p:nvPr/>
        </p:nvGrpSpPr>
        <p:grpSpPr>
          <a:xfrm>
            <a:off x="-725" y="1466925"/>
            <a:ext cx="939900" cy="2326875"/>
            <a:chOff x="-725" y="1466925"/>
            <a:chExt cx="939900" cy="2326875"/>
          </a:xfrm>
        </p:grpSpPr>
        <p:cxnSp>
          <p:nvCxnSpPr>
            <p:cNvPr id="169" name="Google Shape;169;p20"/>
            <p:cNvCxnSpPr/>
            <p:nvPr/>
          </p:nvCxnSpPr>
          <p:spPr>
            <a:xfrm>
              <a:off x="-725" y="1466925"/>
              <a:ext cx="939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0" name="Google Shape;170;p20"/>
            <p:cNvCxnSpPr/>
            <p:nvPr/>
          </p:nvCxnSpPr>
          <p:spPr>
            <a:xfrm>
              <a:off x="-725" y="2668450"/>
              <a:ext cx="939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1" name="Google Shape;171;p20"/>
            <p:cNvCxnSpPr/>
            <p:nvPr/>
          </p:nvCxnSpPr>
          <p:spPr>
            <a:xfrm>
              <a:off x="-725" y="3793800"/>
              <a:ext cx="939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72" name="Google Shape;172;p20"/>
          <p:cNvGrpSpPr/>
          <p:nvPr/>
        </p:nvGrpSpPr>
        <p:grpSpPr>
          <a:xfrm>
            <a:off x="232200" y="232800"/>
            <a:ext cx="8988300" cy="5000100"/>
            <a:chOff x="232200" y="232800"/>
            <a:chExt cx="8988300" cy="5000100"/>
          </a:xfrm>
        </p:grpSpPr>
        <p:sp>
          <p:nvSpPr>
            <p:cNvPr id="173" name="Google Shape;173;p20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4" name="Google Shape;174;p20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5" name="Google Shape;175;p20"/>
            <p:cNvCxnSpPr/>
            <p:nvPr/>
          </p:nvCxnSpPr>
          <p:spPr>
            <a:xfrm>
              <a:off x="233525" y="4917300"/>
              <a:ext cx="0" cy="31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76" name="Google Shape;176;p20"/>
          <p:cNvSpPr txBox="1"/>
          <p:nvPr>
            <p:ph type="title"/>
          </p:nvPr>
        </p:nvSpPr>
        <p:spPr>
          <a:xfrm>
            <a:off x="713225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7" name="Google Shape;177;p20"/>
          <p:cNvSpPr txBox="1"/>
          <p:nvPr>
            <p:ph idx="1" type="subTitle"/>
          </p:nvPr>
        </p:nvSpPr>
        <p:spPr>
          <a:xfrm>
            <a:off x="1731050" y="1640570"/>
            <a:ext cx="6613200" cy="5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20"/>
          <p:cNvSpPr txBox="1"/>
          <p:nvPr>
            <p:ph idx="2" type="subTitle"/>
          </p:nvPr>
        </p:nvSpPr>
        <p:spPr>
          <a:xfrm>
            <a:off x="1731050" y="2800360"/>
            <a:ext cx="66132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20"/>
          <p:cNvSpPr txBox="1"/>
          <p:nvPr>
            <p:ph idx="3" type="subTitle"/>
          </p:nvPr>
        </p:nvSpPr>
        <p:spPr>
          <a:xfrm>
            <a:off x="1731050" y="3957450"/>
            <a:ext cx="66132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20"/>
          <p:cNvSpPr txBox="1"/>
          <p:nvPr>
            <p:ph idx="4" type="subTitle"/>
          </p:nvPr>
        </p:nvSpPr>
        <p:spPr>
          <a:xfrm>
            <a:off x="1731050" y="1241275"/>
            <a:ext cx="66132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81" name="Google Shape;181;p20"/>
          <p:cNvSpPr txBox="1"/>
          <p:nvPr>
            <p:ph idx="5" type="subTitle"/>
          </p:nvPr>
        </p:nvSpPr>
        <p:spPr>
          <a:xfrm>
            <a:off x="1731050" y="2395400"/>
            <a:ext cx="66132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82" name="Google Shape;182;p20"/>
          <p:cNvSpPr txBox="1"/>
          <p:nvPr>
            <p:ph idx="6" type="subTitle"/>
          </p:nvPr>
        </p:nvSpPr>
        <p:spPr>
          <a:xfrm>
            <a:off x="1731050" y="3546826"/>
            <a:ext cx="66132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6_1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1"/>
          <p:cNvSpPr/>
          <p:nvPr/>
        </p:nvSpPr>
        <p:spPr>
          <a:xfrm>
            <a:off x="8240650" y="-9265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5" name="Google Shape;185;p21"/>
          <p:cNvGrpSpPr/>
          <p:nvPr/>
        </p:nvGrpSpPr>
        <p:grpSpPr>
          <a:xfrm>
            <a:off x="232200" y="-60100"/>
            <a:ext cx="9070200" cy="4977400"/>
            <a:chOff x="232200" y="-60100"/>
            <a:chExt cx="9070200" cy="4977400"/>
          </a:xfrm>
        </p:grpSpPr>
        <p:sp>
          <p:nvSpPr>
            <p:cNvPr id="186" name="Google Shape;186;p21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87" name="Google Shape;187;p21"/>
            <p:cNvCxnSpPr/>
            <p:nvPr/>
          </p:nvCxnSpPr>
          <p:spPr>
            <a:xfrm rot="10800000">
              <a:off x="232200" y="-60100"/>
              <a:ext cx="0" cy="2967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8" name="Google Shape;188;p21"/>
            <p:cNvCxnSpPr/>
            <p:nvPr/>
          </p:nvCxnSpPr>
          <p:spPr>
            <a:xfrm>
              <a:off x="8904900" y="4917300"/>
              <a:ext cx="3975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89" name="Google Shape;189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0" name="Google Shape;190;p21"/>
          <p:cNvSpPr txBox="1"/>
          <p:nvPr>
            <p:ph idx="1" type="subTitle"/>
          </p:nvPr>
        </p:nvSpPr>
        <p:spPr>
          <a:xfrm>
            <a:off x="2032350" y="1565625"/>
            <a:ext cx="48768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21"/>
          <p:cNvSpPr txBox="1"/>
          <p:nvPr>
            <p:ph idx="2" type="subTitle"/>
          </p:nvPr>
        </p:nvSpPr>
        <p:spPr>
          <a:xfrm>
            <a:off x="2641957" y="2723563"/>
            <a:ext cx="48768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21"/>
          <p:cNvSpPr txBox="1"/>
          <p:nvPr>
            <p:ph idx="3" type="subTitle"/>
          </p:nvPr>
        </p:nvSpPr>
        <p:spPr>
          <a:xfrm>
            <a:off x="3251557" y="3881500"/>
            <a:ext cx="48768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21"/>
          <p:cNvSpPr txBox="1"/>
          <p:nvPr>
            <p:ph idx="4" type="subTitle"/>
          </p:nvPr>
        </p:nvSpPr>
        <p:spPr>
          <a:xfrm>
            <a:off x="2032350" y="1253625"/>
            <a:ext cx="4876800" cy="4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94" name="Google Shape;194;p21"/>
          <p:cNvSpPr txBox="1"/>
          <p:nvPr>
            <p:ph idx="5" type="subTitle"/>
          </p:nvPr>
        </p:nvSpPr>
        <p:spPr>
          <a:xfrm>
            <a:off x="2641950" y="2412275"/>
            <a:ext cx="4876800" cy="4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95" name="Google Shape;195;p21"/>
          <p:cNvSpPr txBox="1"/>
          <p:nvPr>
            <p:ph idx="6" type="subTitle"/>
          </p:nvPr>
        </p:nvSpPr>
        <p:spPr>
          <a:xfrm>
            <a:off x="3251550" y="3570925"/>
            <a:ext cx="4876800" cy="4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2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8" name="Google Shape;198;p22"/>
          <p:cNvGrpSpPr/>
          <p:nvPr/>
        </p:nvGrpSpPr>
        <p:grpSpPr>
          <a:xfrm>
            <a:off x="-19050" y="232800"/>
            <a:ext cx="9189150" cy="4684500"/>
            <a:chOff x="-19050" y="232800"/>
            <a:chExt cx="9189150" cy="4684500"/>
          </a:xfrm>
        </p:grpSpPr>
        <p:sp>
          <p:nvSpPr>
            <p:cNvPr id="199" name="Google Shape;199;p22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00" name="Google Shape;200;p22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1" name="Google Shape;201;p22"/>
            <p:cNvCxnSpPr/>
            <p:nvPr/>
          </p:nvCxnSpPr>
          <p:spPr>
            <a:xfrm rot="10800000">
              <a:off x="8911200" y="49173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2" name="Google Shape;202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3" name="Google Shape;203;p22"/>
          <p:cNvSpPr txBox="1"/>
          <p:nvPr>
            <p:ph idx="1" type="subTitle"/>
          </p:nvPr>
        </p:nvSpPr>
        <p:spPr>
          <a:xfrm>
            <a:off x="1762571" y="1752725"/>
            <a:ext cx="26874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22"/>
          <p:cNvSpPr txBox="1"/>
          <p:nvPr>
            <p:ph idx="2" type="subTitle"/>
          </p:nvPr>
        </p:nvSpPr>
        <p:spPr>
          <a:xfrm>
            <a:off x="5132667" y="1752725"/>
            <a:ext cx="26874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22"/>
          <p:cNvSpPr txBox="1"/>
          <p:nvPr>
            <p:ph idx="3" type="subTitle"/>
          </p:nvPr>
        </p:nvSpPr>
        <p:spPr>
          <a:xfrm>
            <a:off x="1762571" y="3336725"/>
            <a:ext cx="26874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22"/>
          <p:cNvSpPr txBox="1"/>
          <p:nvPr>
            <p:ph idx="4" type="subTitle"/>
          </p:nvPr>
        </p:nvSpPr>
        <p:spPr>
          <a:xfrm>
            <a:off x="5132667" y="3336725"/>
            <a:ext cx="26874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22"/>
          <p:cNvSpPr txBox="1"/>
          <p:nvPr>
            <p:ph idx="5" type="subTitle"/>
          </p:nvPr>
        </p:nvSpPr>
        <p:spPr>
          <a:xfrm>
            <a:off x="1762571" y="1524200"/>
            <a:ext cx="26874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08" name="Google Shape;208;p22"/>
          <p:cNvSpPr txBox="1"/>
          <p:nvPr>
            <p:ph idx="6" type="subTitle"/>
          </p:nvPr>
        </p:nvSpPr>
        <p:spPr>
          <a:xfrm>
            <a:off x="5132667" y="1524200"/>
            <a:ext cx="26874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09" name="Google Shape;209;p22"/>
          <p:cNvSpPr txBox="1"/>
          <p:nvPr>
            <p:ph idx="7" type="subTitle"/>
          </p:nvPr>
        </p:nvSpPr>
        <p:spPr>
          <a:xfrm>
            <a:off x="1762571" y="3091838"/>
            <a:ext cx="26874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10" name="Google Shape;210;p22"/>
          <p:cNvSpPr txBox="1"/>
          <p:nvPr>
            <p:ph idx="8" type="subTitle"/>
          </p:nvPr>
        </p:nvSpPr>
        <p:spPr>
          <a:xfrm>
            <a:off x="5132667" y="3091838"/>
            <a:ext cx="26874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_1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3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3" name="Google Shape;213;p23"/>
          <p:cNvGrpSpPr/>
          <p:nvPr/>
        </p:nvGrpSpPr>
        <p:grpSpPr>
          <a:xfrm>
            <a:off x="232200" y="232800"/>
            <a:ext cx="8988300" cy="5000100"/>
            <a:chOff x="232200" y="232800"/>
            <a:chExt cx="8988300" cy="5000100"/>
          </a:xfrm>
        </p:grpSpPr>
        <p:sp>
          <p:nvSpPr>
            <p:cNvPr id="214" name="Google Shape;214;p23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15" name="Google Shape;215;p23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6" name="Google Shape;216;p23"/>
            <p:cNvCxnSpPr/>
            <p:nvPr/>
          </p:nvCxnSpPr>
          <p:spPr>
            <a:xfrm>
              <a:off x="233525" y="4917300"/>
              <a:ext cx="0" cy="31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17" name="Google Shape;217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8" name="Google Shape;218;p23"/>
          <p:cNvSpPr txBox="1"/>
          <p:nvPr>
            <p:ph idx="1" type="subTitle"/>
          </p:nvPr>
        </p:nvSpPr>
        <p:spPr>
          <a:xfrm>
            <a:off x="874134" y="2145979"/>
            <a:ext cx="2199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23"/>
          <p:cNvSpPr txBox="1"/>
          <p:nvPr>
            <p:ph idx="2" type="subTitle"/>
          </p:nvPr>
        </p:nvSpPr>
        <p:spPr>
          <a:xfrm>
            <a:off x="3319800" y="2145979"/>
            <a:ext cx="2199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23"/>
          <p:cNvSpPr txBox="1"/>
          <p:nvPr>
            <p:ph idx="3" type="subTitle"/>
          </p:nvPr>
        </p:nvSpPr>
        <p:spPr>
          <a:xfrm>
            <a:off x="874134" y="3635775"/>
            <a:ext cx="2199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23"/>
          <p:cNvSpPr txBox="1"/>
          <p:nvPr>
            <p:ph idx="4" type="subTitle"/>
          </p:nvPr>
        </p:nvSpPr>
        <p:spPr>
          <a:xfrm>
            <a:off x="3319800" y="3635775"/>
            <a:ext cx="2199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23"/>
          <p:cNvSpPr txBox="1"/>
          <p:nvPr>
            <p:ph idx="5" type="subTitle"/>
          </p:nvPr>
        </p:nvSpPr>
        <p:spPr>
          <a:xfrm>
            <a:off x="5765466" y="2145979"/>
            <a:ext cx="2199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3"/>
          <p:cNvSpPr txBox="1"/>
          <p:nvPr>
            <p:ph idx="6" type="subTitle"/>
          </p:nvPr>
        </p:nvSpPr>
        <p:spPr>
          <a:xfrm>
            <a:off x="5765466" y="3635775"/>
            <a:ext cx="2199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23"/>
          <p:cNvSpPr txBox="1"/>
          <p:nvPr>
            <p:ph idx="7" type="subTitle"/>
          </p:nvPr>
        </p:nvSpPr>
        <p:spPr>
          <a:xfrm>
            <a:off x="872334" y="1769325"/>
            <a:ext cx="2203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25" name="Google Shape;225;p23"/>
          <p:cNvSpPr txBox="1"/>
          <p:nvPr>
            <p:ph idx="8" type="subTitle"/>
          </p:nvPr>
        </p:nvSpPr>
        <p:spPr>
          <a:xfrm>
            <a:off x="3318000" y="1769325"/>
            <a:ext cx="2203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26" name="Google Shape;226;p23"/>
          <p:cNvSpPr txBox="1"/>
          <p:nvPr>
            <p:ph idx="9" type="subTitle"/>
          </p:nvPr>
        </p:nvSpPr>
        <p:spPr>
          <a:xfrm>
            <a:off x="5763666" y="1769325"/>
            <a:ext cx="2203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27" name="Google Shape;227;p23"/>
          <p:cNvSpPr txBox="1"/>
          <p:nvPr>
            <p:ph idx="13" type="subTitle"/>
          </p:nvPr>
        </p:nvSpPr>
        <p:spPr>
          <a:xfrm>
            <a:off x="872334" y="3258926"/>
            <a:ext cx="2203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28" name="Google Shape;228;p23"/>
          <p:cNvSpPr txBox="1"/>
          <p:nvPr>
            <p:ph idx="14" type="subTitle"/>
          </p:nvPr>
        </p:nvSpPr>
        <p:spPr>
          <a:xfrm>
            <a:off x="3318000" y="3258926"/>
            <a:ext cx="2203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29" name="Google Shape;229;p23"/>
          <p:cNvSpPr txBox="1"/>
          <p:nvPr>
            <p:ph idx="15" type="subTitle"/>
          </p:nvPr>
        </p:nvSpPr>
        <p:spPr>
          <a:xfrm>
            <a:off x="5763666" y="3258926"/>
            <a:ext cx="2203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_1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4"/>
          <p:cNvSpPr/>
          <p:nvPr/>
        </p:nvSpPr>
        <p:spPr>
          <a:xfrm>
            <a:off x="6309175" y="2486975"/>
            <a:ext cx="4243200" cy="4243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2" name="Google Shape;232;p24"/>
          <p:cNvGrpSpPr/>
          <p:nvPr/>
        </p:nvGrpSpPr>
        <p:grpSpPr>
          <a:xfrm>
            <a:off x="-69525" y="539500"/>
            <a:ext cx="9455500" cy="4069200"/>
            <a:chOff x="-69525" y="539500"/>
            <a:chExt cx="9455500" cy="4069200"/>
          </a:xfrm>
        </p:grpSpPr>
        <p:grpSp>
          <p:nvGrpSpPr>
            <p:cNvPr id="233" name="Google Shape;233;p24"/>
            <p:cNvGrpSpPr/>
            <p:nvPr/>
          </p:nvGrpSpPr>
          <p:grpSpPr>
            <a:xfrm>
              <a:off x="713225" y="539500"/>
              <a:ext cx="8672750" cy="4069200"/>
              <a:chOff x="713225" y="539500"/>
              <a:chExt cx="8672750" cy="4069200"/>
            </a:xfrm>
          </p:grpSpPr>
          <p:sp>
            <p:nvSpPr>
              <p:cNvPr id="234" name="Google Shape;234;p24"/>
              <p:cNvSpPr/>
              <p:nvPr/>
            </p:nvSpPr>
            <p:spPr>
              <a:xfrm>
                <a:off x="713225" y="539500"/>
                <a:ext cx="7717500" cy="4069200"/>
              </a:xfrm>
              <a:prstGeom prst="rect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35" name="Google Shape;235;p24"/>
              <p:cNvCxnSpPr/>
              <p:nvPr/>
            </p:nvCxnSpPr>
            <p:spPr>
              <a:xfrm>
                <a:off x="8407675" y="4608575"/>
                <a:ext cx="9783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236" name="Google Shape;236;p24"/>
            <p:cNvCxnSpPr/>
            <p:nvPr/>
          </p:nvCxnSpPr>
          <p:spPr>
            <a:xfrm rot="10800000">
              <a:off x="-69525" y="539500"/>
              <a:ext cx="789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37" name="Google Shape;237;p24"/>
          <p:cNvSpPr txBox="1"/>
          <p:nvPr>
            <p:ph hasCustomPrompt="1" type="title"/>
          </p:nvPr>
        </p:nvSpPr>
        <p:spPr>
          <a:xfrm>
            <a:off x="707575" y="539500"/>
            <a:ext cx="4051200" cy="7689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7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8" name="Google Shape;238;p24"/>
          <p:cNvSpPr txBox="1"/>
          <p:nvPr>
            <p:ph idx="1" type="subTitle"/>
          </p:nvPr>
        </p:nvSpPr>
        <p:spPr>
          <a:xfrm>
            <a:off x="707575" y="1308392"/>
            <a:ext cx="4051200" cy="4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9" name="Google Shape;239;p24"/>
          <p:cNvSpPr txBox="1"/>
          <p:nvPr>
            <p:ph hasCustomPrompt="1" idx="2" type="title"/>
          </p:nvPr>
        </p:nvSpPr>
        <p:spPr>
          <a:xfrm>
            <a:off x="707575" y="1901349"/>
            <a:ext cx="4051200" cy="7689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7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0" name="Google Shape;240;p24"/>
          <p:cNvSpPr txBox="1"/>
          <p:nvPr>
            <p:ph idx="3" type="subTitle"/>
          </p:nvPr>
        </p:nvSpPr>
        <p:spPr>
          <a:xfrm>
            <a:off x="707575" y="2670245"/>
            <a:ext cx="4051200" cy="4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1" name="Google Shape;241;p24"/>
          <p:cNvSpPr txBox="1"/>
          <p:nvPr>
            <p:ph hasCustomPrompt="1" idx="4" type="title"/>
          </p:nvPr>
        </p:nvSpPr>
        <p:spPr>
          <a:xfrm>
            <a:off x="707575" y="3263198"/>
            <a:ext cx="4051200" cy="7689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7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2" name="Google Shape;242;p24"/>
          <p:cNvSpPr txBox="1"/>
          <p:nvPr>
            <p:ph idx="5" type="subTitle"/>
          </p:nvPr>
        </p:nvSpPr>
        <p:spPr>
          <a:xfrm>
            <a:off x="707575" y="4032098"/>
            <a:ext cx="4051200" cy="4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1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5"/>
          <p:cNvSpPr/>
          <p:nvPr/>
        </p:nvSpPr>
        <p:spPr>
          <a:xfrm>
            <a:off x="8240650" y="-9265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5" name="Google Shape;245;p25"/>
          <p:cNvGrpSpPr/>
          <p:nvPr/>
        </p:nvGrpSpPr>
        <p:grpSpPr>
          <a:xfrm>
            <a:off x="-19050" y="232800"/>
            <a:ext cx="9189150" cy="4684500"/>
            <a:chOff x="-19050" y="232800"/>
            <a:chExt cx="9189150" cy="4684500"/>
          </a:xfrm>
        </p:grpSpPr>
        <p:sp>
          <p:nvSpPr>
            <p:cNvPr id="246" name="Google Shape;246;p25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47" name="Google Shape;247;p25"/>
            <p:cNvCxnSpPr/>
            <p:nvPr/>
          </p:nvCxnSpPr>
          <p:spPr>
            <a:xfrm rot="10800000">
              <a:off x="-19050" y="49173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8" name="Google Shape;248;p25"/>
            <p:cNvCxnSpPr/>
            <p:nvPr/>
          </p:nvCxnSpPr>
          <p:spPr>
            <a:xfrm rot="10800000">
              <a:off x="891120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49" name="Google Shape;249;p25"/>
          <p:cNvSpPr txBox="1"/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1_1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6"/>
          <p:cNvSpPr/>
          <p:nvPr/>
        </p:nvSpPr>
        <p:spPr>
          <a:xfrm>
            <a:off x="-9243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2" name="Google Shape;252;p26"/>
          <p:cNvGrpSpPr/>
          <p:nvPr/>
        </p:nvGrpSpPr>
        <p:grpSpPr>
          <a:xfrm>
            <a:off x="232200" y="232800"/>
            <a:ext cx="8988300" cy="4964300"/>
            <a:chOff x="232200" y="232800"/>
            <a:chExt cx="8988300" cy="4964300"/>
          </a:xfrm>
        </p:grpSpPr>
        <p:sp>
          <p:nvSpPr>
            <p:cNvPr id="253" name="Google Shape;253;p26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54" name="Google Shape;254;p26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5" name="Google Shape;255;p26"/>
            <p:cNvCxnSpPr/>
            <p:nvPr/>
          </p:nvCxnSpPr>
          <p:spPr>
            <a:xfrm rot="10800000">
              <a:off x="232200" y="4890500"/>
              <a:ext cx="0" cy="306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56" name="Google Shape;256;p26"/>
          <p:cNvSpPr txBox="1"/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7"/>
          <p:cNvSpPr/>
          <p:nvPr/>
        </p:nvSpPr>
        <p:spPr>
          <a:xfrm>
            <a:off x="6677100" y="-9050"/>
            <a:ext cx="5161500" cy="51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9" name="Google Shape;259;p27"/>
          <p:cNvGrpSpPr/>
          <p:nvPr/>
        </p:nvGrpSpPr>
        <p:grpSpPr>
          <a:xfrm>
            <a:off x="713223" y="-79050"/>
            <a:ext cx="8791100" cy="4687625"/>
            <a:chOff x="-669332" y="-79050"/>
            <a:chExt cx="10173707" cy="4687625"/>
          </a:xfrm>
        </p:grpSpPr>
        <p:sp>
          <p:nvSpPr>
            <p:cNvPr id="260" name="Google Shape;260;p27"/>
            <p:cNvSpPr/>
            <p:nvPr/>
          </p:nvSpPr>
          <p:spPr>
            <a:xfrm>
              <a:off x="-669325" y="533550"/>
              <a:ext cx="91002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61" name="Google Shape;261;p27"/>
            <p:cNvCxnSpPr/>
            <p:nvPr/>
          </p:nvCxnSpPr>
          <p:spPr>
            <a:xfrm rot="10800000">
              <a:off x="-669332" y="-79050"/>
              <a:ext cx="0" cy="6249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2" name="Google Shape;262;p27"/>
            <p:cNvCxnSpPr/>
            <p:nvPr/>
          </p:nvCxnSpPr>
          <p:spPr>
            <a:xfrm>
              <a:off x="8425275" y="4608575"/>
              <a:ext cx="107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63" name="Google Shape;263;p27"/>
          <p:cNvSpPr txBox="1"/>
          <p:nvPr>
            <p:ph type="title"/>
          </p:nvPr>
        </p:nvSpPr>
        <p:spPr>
          <a:xfrm>
            <a:off x="1094263" y="778325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5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4" name="Google Shape;264;p27"/>
          <p:cNvSpPr txBox="1"/>
          <p:nvPr>
            <p:ph idx="1" type="subTitle"/>
          </p:nvPr>
        </p:nvSpPr>
        <p:spPr>
          <a:xfrm>
            <a:off x="1094225" y="1651512"/>
            <a:ext cx="4448100" cy="12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27"/>
          <p:cNvSpPr txBox="1"/>
          <p:nvPr/>
        </p:nvSpPr>
        <p:spPr>
          <a:xfrm>
            <a:off x="1094225" y="3383825"/>
            <a:ext cx="57972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CREDITS: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and includes icons, infographics &amp; images by </a:t>
            </a:r>
            <a:r>
              <a:rPr b="1" lang="en" sz="12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12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b="1" sz="1200" u="sng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7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8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8" name="Google Shape;268;p28"/>
          <p:cNvGrpSpPr/>
          <p:nvPr/>
        </p:nvGrpSpPr>
        <p:grpSpPr>
          <a:xfrm>
            <a:off x="232200" y="-49400"/>
            <a:ext cx="8679000" cy="5250800"/>
            <a:chOff x="232200" y="-49400"/>
            <a:chExt cx="8679000" cy="5250800"/>
          </a:xfrm>
        </p:grpSpPr>
        <p:sp>
          <p:nvSpPr>
            <p:cNvPr id="269" name="Google Shape;269;p28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70" name="Google Shape;270;p28"/>
            <p:cNvGrpSpPr/>
            <p:nvPr/>
          </p:nvGrpSpPr>
          <p:grpSpPr>
            <a:xfrm>
              <a:off x="232200" y="-49400"/>
              <a:ext cx="8679000" cy="5250800"/>
              <a:chOff x="232200" y="-49400"/>
              <a:chExt cx="8679000" cy="5250800"/>
            </a:xfrm>
          </p:grpSpPr>
          <p:cxnSp>
            <p:nvCxnSpPr>
              <p:cNvPr id="271" name="Google Shape;271;p28"/>
              <p:cNvCxnSpPr/>
              <p:nvPr/>
            </p:nvCxnSpPr>
            <p:spPr>
              <a:xfrm rot="10800000">
                <a:off x="232200" y="-49400"/>
                <a:ext cx="0" cy="284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2" name="Google Shape;272;p28"/>
              <p:cNvCxnSpPr/>
              <p:nvPr/>
            </p:nvCxnSpPr>
            <p:spPr>
              <a:xfrm rot="10800000">
                <a:off x="8911200" y="4917300"/>
                <a:ext cx="0" cy="284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8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5" name="Google Shape;275;p29"/>
          <p:cNvGrpSpPr/>
          <p:nvPr/>
        </p:nvGrpSpPr>
        <p:grpSpPr>
          <a:xfrm>
            <a:off x="232200" y="232800"/>
            <a:ext cx="9045000" cy="4975500"/>
            <a:chOff x="232200" y="232800"/>
            <a:chExt cx="9045000" cy="4975500"/>
          </a:xfrm>
        </p:grpSpPr>
        <p:sp>
          <p:nvSpPr>
            <p:cNvPr id="276" name="Google Shape;276;p29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77" name="Google Shape;277;p29"/>
            <p:cNvCxnSpPr/>
            <p:nvPr/>
          </p:nvCxnSpPr>
          <p:spPr>
            <a:xfrm>
              <a:off x="8911200" y="232800"/>
              <a:ext cx="366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8" name="Google Shape;278;p29"/>
            <p:cNvCxnSpPr/>
            <p:nvPr/>
          </p:nvCxnSpPr>
          <p:spPr>
            <a:xfrm>
              <a:off x="232200" y="4917300"/>
              <a:ext cx="1200" cy="2910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2"/>
          <p:cNvSpPr txBox="1"/>
          <p:nvPr>
            <p:ph type="title"/>
          </p:nvPr>
        </p:nvSpPr>
        <p:spPr>
          <a:xfrm>
            <a:off x="716700" y="511025"/>
            <a:ext cx="77106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 Black"/>
              <a:buNone/>
              <a:defRPr sz="28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0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81" name="Google Shape;281;p30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6" r:id="rId1"/>
    <p:sldLayoutId id="2147483677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58368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B18F4E"/>
                </a:solidFill>
                <a:latin typeface="Microsoft YaHei"/>
              </a:rPr>
              <a:t>BRM-Net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987552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面向多模态遥感分类的
预算可控紧凑导出与退化监督可靠融合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71800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E8E2"/>
                </a:solidFill>
                <a:latin typeface="Microsoft YaHei"/>
              </a:rPr>
              <a:t>当前投稿版思路、证据与下一步计划 | 2026-07-20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703320"/>
            <a:ext cx="3749039" cy="36576"/>
          </a:xfrm>
          <a:prstGeom prst="rect">
            <a:avLst/>
          </a:prstGeom>
          <a:solidFill>
            <a:srgbClr val="B18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3913632"/>
            <a:ext cx="8412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E8E2"/>
                </a:solidFill>
                <a:latin typeface="Microsoft YaHei"/>
              </a:rPr>
              <a:t>Fusion-Compatible Budgeted Compact Export
with Degradation-Supervised Reliability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172200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6460"/>
                </a:solidFill>
                <a:latin typeface="Microsoft YaHei"/>
              </a:rPr>
              <a:t>Anonymous review draft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21212"/>
                </a:solidFill>
                <a:latin typeface="Microsoft YaHei"/>
              </a:rPr>
              <a:t>当前策略：投稿优先，毕业论文扩展分轨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32004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4671" y="1572768"/>
            <a:ext cx="347472" cy="36576"/>
          </a:xfrm>
          <a:prstGeom prst="rect">
            <a:avLst/>
          </a:prstGeom>
          <a:solidFill>
            <a:srgbClr val="B18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755648"/>
            <a:ext cx="28712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21212"/>
                </a:solidFill>
                <a:latin typeface="Microsoft YaHei"/>
              </a:rPr>
              <a:t>投稿主线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2121408"/>
            <a:ext cx="2871216" cy="2606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6460"/>
                </a:solidFill>
                <a:latin typeface="Microsoft YaHei"/>
              </a:rPr>
              <a:t>紧凑导出 / 融合兼容
可用性掩码 / 退化监督可靠性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1371600"/>
            <a:ext cx="32004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25112" y="1572768"/>
            <a:ext cx="347472" cy="36576"/>
          </a:xfrm>
          <a:prstGeom prst="rect">
            <a:avLst/>
          </a:prstGeom>
          <a:solidFill>
            <a:srgbClr val="3B6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25112" y="1755648"/>
            <a:ext cx="28712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21212"/>
                </a:solidFill>
                <a:latin typeface="Microsoft YaHei"/>
              </a:rPr>
              <a:t>毕业论文扩展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5112" y="2121408"/>
            <a:ext cx="2871216" cy="2606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6460"/>
                </a:solidFill>
                <a:latin typeface="Microsoft YaHei"/>
              </a:rPr>
              <a:t>动态路由、patch 级样本、
weighted CE、演示系统、失败分析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371600"/>
            <a:ext cx="32004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45552" y="1572768"/>
            <a:ext cx="347472" cy="36576"/>
          </a:xfrm>
          <a:prstGeom prst="rect">
            <a:avLst/>
          </a:prstGeom>
          <a:solidFill>
            <a:srgbClr val="4289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45552" y="1755648"/>
            <a:ext cx="28712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21212"/>
                </a:solidFill>
                <a:latin typeface="Microsoft YaHei"/>
              </a:rPr>
              <a:t>当前目标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45552" y="2121408"/>
            <a:ext cx="2871216" cy="2606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6460"/>
                </a:solidFill>
                <a:latin typeface="Microsoft YaHei"/>
              </a:rPr>
              <a:t>形成导师可审阅、可打包、
可解释的投稿版本。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5715000"/>
            <a:ext cx="9966960" cy="18288"/>
          </a:xfrm>
          <a:prstGeom prst="rect">
            <a:avLst/>
          </a:prstGeom>
          <a:solidFill>
            <a:srgbClr val="E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870448"/>
            <a:ext cx="9509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21212"/>
                </a:solidFill>
                <a:latin typeface="Microsoft YaHei"/>
              </a:rPr>
              <a:t>核心原则：不再把所有 thesis 工作量塞入同一篇投稿稿，避免主线发散。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21212"/>
                </a:solidFill>
                <a:latin typeface="Microsoft YaHei"/>
              </a:rPr>
              <a:t>问题定义：轻量化与模态不稳定是耦合问题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4663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0392" y="1527048"/>
            <a:ext cx="347472" cy="36576"/>
          </a:xfrm>
          <a:prstGeom prst="rect">
            <a:avLst/>
          </a:prstGeom>
          <a:solidFill>
            <a:srgbClr val="B18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709928"/>
            <a:ext cx="4334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21212"/>
                </a:solidFill>
                <a:latin typeface="Microsoft YaHei"/>
              </a:rPr>
              <a:t>资源预算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2075688"/>
            <a:ext cx="43342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6460"/>
                </a:solidFill>
                <a:latin typeface="Microsoft YaHei"/>
              </a:rPr>
              <a:t>多模态分支和融合层增加 MACs、参数与推理延迟。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0" y="1325880"/>
            <a:ext cx="4663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16752" y="1527048"/>
            <a:ext cx="347472" cy="36576"/>
          </a:xfrm>
          <a:prstGeom prst="rect">
            <a:avLst/>
          </a:prstGeom>
          <a:solidFill>
            <a:srgbClr val="3B6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16752" y="1709928"/>
            <a:ext cx="4334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21212"/>
                </a:solidFill>
                <a:latin typeface="Microsoft YaHei"/>
              </a:rPr>
              <a:t>缺失模态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6752" y="2075688"/>
            <a:ext cx="43342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6460"/>
                </a:solidFill>
                <a:latin typeface="Microsoft YaHei"/>
              </a:rPr>
              <a:t>传感器缺失或平台不具备某一模态时，fusion softmax 需要确定性屏蔽。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200400"/>
            <a:ext cx="4663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0392" y="3401568"/>
            <a:ext cx="347472" cy="36576"/>
          </a:xfrm>
          <a:prstGeom prst="rect">
            <a:avLst/>
          </a:prstGeom>
          <a:solidFill>
            <a:srgbClr val="4289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3584448"/>
            <a:ext cx="4334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21212"/>
                </a:solidFill>
                <a:latin typeface="Microsoft YaHei"/>
              </a:rPr>
              <a:t>退化模态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950208"/>
            <a:ext cx="43342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6460"/>
                </a:solidFill>
                <a:latin typeface="Microsoft YaHei"/>
              </a:rPr>
              <a:t>噪声、低分辨率、遮挡等场景下，模态仍可用但可靠性下降。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3200400"/>
            <a:ext cx="4663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16752" y="3401568"/>
            <a:ext cx="347472" cy="36576"/>
          </a:xfrm>
          <a:prstGeom prst="rect">
            <a:avLst/>
          </a:prstGeom>
          <a:solidFill>
            <a:srgbClr val="AA5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16752" y="3584448"/>
            <a:ext cx="4334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21212"/>
                </a:solidFill>
                <a:latin typeface="Microsoft YaHei"/>
              </a:rPr>
              <a:t>真实导出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16752" y="3950208"/>
            <a:ext cx="43342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6460"/>
                </a:solidFill>
                <a:latin typeface="Microsoft YaHei"/>
              </a:rPr>
              <a:t>软门控不能等同于部署模型，必须实际删除通道并报告资源。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650992"/>
            <a:ext cx="97840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21212"/>
                </a:solidFill>
                <a:latin typeface="Microsoft YaHei"/>
              </a:rPr>
              <a:t>因此本文的对象不是单纯剪枝，也不是重型生成式补全，而是可导出的紧凑多模态分类器。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21212"/>
                </a:solidFill>
                <a:latin typeface="Microsoft YaHei"/>
              </a:rPr>
              <a:t>方法框架：结构门控、兼容导出、可靠融合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828800"/>
            <a:ext cx="20574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4671" y="2029968"/>
            <a:ext cx="347472" cy="36576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2212848"/>
            <a:ext cx="17282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21212"/>
                </a:solidFill>
                <a:latin typeface="Microsoft YaHei"/>
              </a:rPr>
              <a:t>输入模态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2578608"/>
            <a:ext cx="1728216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6460"/>
                </a:solidFill>
                <a:latin typeface="Microsoft YaHei"/>
              </a:rPr>
              <a:t>HSI/main + LiDAR/aux
可用性向量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16352" y="2423160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B18F4E"/>
                </a:solidFill>
                <a:latin typeface="Microsoft YaHe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1828800"/>
            <a:ext cx="20574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27832" y="2029968"/>
            <a:ext cx="347472" cy="36576"/>
          </a:xfrm>
          <a:prstGeom prst="rect">
            <a:avLst/>
          </a:prstGeom>
          <a:solidFill>
            <a:srgbClr val="B18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27832" y="2212848"/>
            <a:ext cx="17282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21212"/>
                </a:solidFill>
                <a:latin typeface="Microsoft YaHei"/>
              </a:rPr>
              <a:t>预算门控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27832" y="2578608"/>
            <a:ext cx="1728216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6460"/>
                </a:solidFill>
                <a:latin typeface="Microsoft YaHei"/>
              </a:rPr>
              <a:t>Hard-concrete gates
资源目标 L_bud -&gt; rho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9512" y="2423160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B18F4E"/>
                </a:solidFill>
                <a:latin typeface="Microsoft YaHe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1828800"/>
            <a:ext cx="20574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50992" y="2029968"/>
            <a:ext cx="347472" cy="36576"/>
          </a:xfrm>
          <a:prstGeom prst="rect">
            <a:avLst/>
          </a:prstGeom>
          <a:solidFill>
            <a:srgbClr val="4289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50992" y="2212848"/>
            <a:ext cx="17282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21212"/>
                </a:solidFill>
                <a:latin typeface="Microsoft YaHei"/>
              </a:rPr>
              <a:t>可靠融合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50992" y="2578608"/>
            <a:ext cx="1728216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6460"/>
                </a:solidFill>
                <a:latin typeface="Microsoft YaHei"/>
              </a:rPr>
              <a:t>Quality score q_m
Masked softmax fusion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62671" y="2423160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B18F4E"/>
                </a:solidFill>
                <a:latin typeface="Microsoft YaHe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828800"/>
            <a:ext cx="20574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74152" y="2029968"/>
            <a:ext cx="347472" cy="36576"/>
          </a:xfrm>
          <a:prstGeom prst="rect">
            <a:avLst/>
          </a:prstGeom>
          <a:solidFill>
            <a:srgbClr val="3B6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74152" y="2212848"/>
            <a:ext cx="17282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21212"/>
                </a:solidFill>
                <a:latin typeface="Microsoft YaHei"/>
              </a:rPr>
              <a:t>紧凑导出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74152" y="2578608"/>
            <a:ext cx="1728216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6460"/>
                </a:solidFill>
                <a:latin typeface="Microsoft YaHei"/>
              </a:rPr>
              <a:t>Hard thresholding
物理删除通道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572000"/>
            <a:ext cx="9326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21212"/>
                </a:solidFill>
                <a:latin typeface="Microsoft YaHei"/>
              </a:rPr>
              <a:t>关键约束：分支内通道删除不能破坏融合层所需的终端特征维度。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047488"/>
            <a:ext cx="9326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6460"/>
                </a:solidFill>
                <a:latin typeface="Microsoft YaHei"/>
              </a:rPr>
              <a:t>这也是本文区别于普通单主干剪枝的主要技术叙事。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21212"/>
                </a:solidFill>
                <a:latin typeface="Microsoft YaHei"/>
              </a:rPr>
              <a:t>证据 1：目标预算与实际导出资源对齐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>
                <a:solidFill>
                  <a:srgbClr val="B18F4E"/>
                </a:solidFill>
                <a:latin typeface="Microsoft YaHei"/>
              </a:rPr>
              <a:t>64.96%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4767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46460"/>
                </a:solidFill>
                <a:latin typeface="Microsoft YaHei"/>
              </a:rPr>
              <a:t>Target 65% MAC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141732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>
                <a:solidFill>
                  <a:srgbClr val="42896C"/>
                </a:solidFill>
                <a:latin typeface="Microsoft YaHei"/>
              </a:rPr>
              <a:t>80.01%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9000" y="194767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46460"/>
                </a:solidFill>
                <a:latin typeface="Microsoft YaHei"/>
              </a:rPr>
              <a:t>Target 80% MAC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0760" y="141732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>
                <a:solidFill>
                  <a:srgbClr val="3B689A"/>
                </a:solidFill>
                <a:latin typeface="Microsoft YaHei"/>
              </a:rPr>
              <a:t>90.07%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0" y="194767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46460"/>
                </a:solidFill>
                <a:latin typeface="Microsoft YaHei"/>
              </a:rPr>
              <a:t>Target 90% MAC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41080" y="1234440"/>
            <a:ext cx="2331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05672" y="1435608"/>
            <a:ext cx="347472" cy="36576"/>
          </a:xfrm>
          <a:prstGeom prst="rect">
            <a:avLst/>
          </a:prstGeom>
          <a:solidFill>
            <a:srgbClr val="AA5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05672" y="1618488"/>
            <a:ext cx="20025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21212"/>
                </a:solidFill>
                <a:latin typeface="Microsoft YaHei"/>
              </a:rPr>
              <a:t>解释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05672" y="1984248"/>
            <a:ext cx="2002536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6460"/>
                </a:solidFill>
                <a:latin typeface="Microsoft YaHei"/>
              </a:rPr>
              <a:t>三种预算均能稳定导出，与目标 MAC 基本一致。</a:t>
            </a:r>
          </a:p>
        </p:txBody>
      </p:sp>
      <p:pic>
        <p:nvPicPr>
          <p:cNvPr id="13" name="Picture 12" descr="fig_brmnet_results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063240"/>
            <a:ext cx="9875520" cy="2514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68680" y="5943600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21212"/>
                </a:solidFill>
                <a:latin typeface="Microsoft YaHei"/>
              </a:rPr>
              <a:t>主结论：本文报告的是 exported compact model，而不是只看 source gated model。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21212"/>
                </a:solidFill>
                <a:latin typeface="Microsoft YaHei"/>
              </a:rPr>
              <a:t>证据 2：learned nonuniform export 不是 uniform width 替代品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234440"/>
            <a:ext cx="29718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0392" y="1435608"/>
            <a:ext cx="347472" cy="36576"/>
          </a:xfrm>
          <a:prstGeom prst="rect">
            <a:avLst/>
          </a:prstGeom>
          <a:solidFill>
            <a:srgbClr val="B18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618488"/>
            <a:ext cx="2642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21212"/>
                </a:solidFill>
                <a:latin typeface="Microsoft YaHei"/>
              </a:rPr>
              <a:t>Source vs Compact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984248"/>
            <a:ext cx="2642616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6460"/>
                </a:solidFill>
                <a:latin typeface="Microsoft YaHei"/>
              </a:rPr>
              <a:t>80% 设置下，compact full OA 为 86.90 ± 1.65，证明真实导出后仍保持性能。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77639" y="1234440"/>
            <a:ext cx="29718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42231" y="1435608"/>
            <a:ext cx="347472" cy="36576"/>
          </a:xfrm>
          <a:prstGeom prst="rect">
            <a:avLst/>
          </a:prstGeom>
          <a:solidFill>
            <a:srgbClr val="3B6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42231" y="1618488"/>
            <a:ext cx="2642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21212"/>
                </a:solidFill>
                <a:latin typeface="Microsoft YaHei"/>
              </a:rPr>
              <a:t>Uniform-width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42231" y="1984248"/>
            <a:ext cx="2642616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6460"/>
                </a:solidFill>
                <a:latin typeface="Microsoft YaHei"/>
              </a:rPr>
              <a:t>target-matched uniform export full OA 为 86.29 ± 0.77。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234440"/>
            <a:ext cx="29718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34072" y="1435608"/>
            <a:ext cx="347472" cy="36576"/>
          </a:xfrm>
          <a:prstGeom prst="rect">
            <a:avLst/>
          </a:prstGeom>
          <a:solidFill>
            <a:srgbClr val="4289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34072" y="1618488"/>
            <a:ext cx="2642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21212"/>
                </a:solidFill>
                <a:latin typeface="Microsoft YaHei"/>
              </a:rPr>
              <a:t>差异位置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34072" y="1984248"/>
            <a:ext cx="2642616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6460"/>
                </a:solidFill>
                <a:latin typeface="Microsoft YaHei"/>
              </a:rPr>
              <a:t>learned export 在 main-only、downsample-4、occlusion-50 更有优势。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097280" y="3749039"/>
          <a:ext cx="92354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8860"/>
                <a:gridCol w="2308860"/>
                <a:gridCol w="2308860"/>
                <a:gridCol w="2308860"/>
              </a:tblGrid>
              <a:tr h="310896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Learned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Uniform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Delta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t>Full OA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86.90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86.29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+0.61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t>Main-only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79.22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+0.82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t>Downsample-4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82.88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+1.27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t>Occlusion-50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85.57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85.00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+0.57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21212"/>
                </a:solidFill>
                <a:latin typeface="Microsoft YaHei"/>
              </a:rPr>
              <a:t>证据 3：availability mask 主要保护物理缺失模态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41732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>
                <a:solidFill>
                  <a:srgbClr val="42896C"/>
                </a:solidFill>
                <a:latin typeface="Microsoft YaHei"/>
              </a:rPr>
              <a:t>80.04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94767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46460"/>
                </a:solidFill>
                <a:latin typeface="Microsoft YaHei"/>
              </a:rPr>
              <a:t>BRM-Net HSI-only OA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94760" y="141732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>
                <a:solidFill>
                  <a:srgbClr val="AA524B"/>
                </a:solidFill>
                <a:latin typeface="Microsoft YaHei"/>
              </a:rPr>
              <a:t>76.72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94760" y="194767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46460"/>
                </a:solidFill>
                <a:latin typeface="Microsoft YaHei"/>
              </a:rPr>
              <a:t>w/o fusion mask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41732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>
                <a:solidFill>
                  <a:srgbClr val="B18F4E"/>
                </a:solidFill>
                <a:latin typeface="Microsoft YaHei"/>
              </a:rPr>
              <a:t>-3.32 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94767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46460"/>
                </a:solidFill>
                <a:latin typeface="Microsoft YaHei"/>
              </a:rPr>
              <a:t>missing-modality drop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3154680"/>
            <a:ext cx="42976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70432" y="3355848"/>
            <a:ext cx="347472" cy="36576"/>
          </a:xfrm>
          <a:prstGeom prst="rect">
            <a:avLst/>
          </a:prstGeom>
          <a:solidFill>
            <a:srgbClr val="3B6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538728"/>
            <a:ext cx="39684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21212"/>
                </a:solidFill>
                <a:latin typeface="Microsoft YaHei"/>
              </a:rPr>
              <a:t>实验含义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3904488"/>
            <a:ext cx="396849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6460"/>
                </a:solidFill>
                <a:latin typeface="Microsoft YaHei"/>
              </a:rPr>
              <a:t>禁用 fusion mask 后：
完整/退化可用状态变化不大；
HSI-only 明显下降。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0" y="3154680"/>
            <a:ext cx="42976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79592" y="3355848"/>
            <a:ext cx="347472" cy="36576"/>
          </a:xfrm>
          <a:prstGeom prst="rect">
            <a:avLst/>
          </a:prstGeom>
          <a:solidFill>
            <a:srgbClr val="4289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79592" y="3538728"/>
            <a:ext cx="39684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21212"/>
                </a:solidFill>
                <a:latin typeface="Microsoft YaHei"/>
              </a:rPr>
              <a:t>论文表述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79592" y="3904488"/>
            <a:ext cx="396849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6460"/>
                </a:solidFill>
                <a:latin typeface="Microsoft YaHei"/>
              </a:rPr>
              <a:t>mask 的核心作用：
缺失模态不参与 softmax 竞争；
不是所有退化状态的提升来源。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21212"/>
                </a:solidFill>
                <a:latin typeface="Microsoft YaHei"/>
              </a:rPr>
              <a:t>证据 4：退化监督让可靠性分支观察 corrupted-but-available 输入</a:t>
            </a:r>
          </a:p>
        </p:txBody>
      </p:sp>
      <p:pic>
        <p:nvPicPr>
          <p:cNvPr id="3" name="Picture 2" descr="fig_controlled_corruption_reliability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10241280" cy="4251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806440"/>
            <a:ext cx="9966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21212"/>
                </a:solidFill>
                <a:latin typeface="Microsoft YaHei"/>
              </a:rPr>
              <a:t>关键结果：adverse-state average OA 从 74.89% 提升到 84.76%，但可靠性分数只作为诊断信号，不宣称完全物理校准。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21212"/>
                </a:solidFill>
                <a:latin typeface="Microsoft YaHei"/>
              </a:rPr>
              <a:t>多数据集定位：不是 leaderboard，而是角色分工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25880"/>
          <a:ext cx="106070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  <a:gridCol w="2651760"/>
                <a:gridCol w="2651760"/>
              </a:tblGrid>
              <a:tr h="548640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Dataset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Full OA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Interpretation</a:t>
                      </a:r>
                    </a:p>
                  </a:txBody>
                  <a:tcPr>
                    <a:solidFill>
                      <a:srgbClr val="12121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Houston2013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主实验与消融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86.90 ± 1.65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官方 split，证据最完整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Trento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外部 HSI-LiDAR 验证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98.94 ± 0.94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80% MAC 下保持近饱和精度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MUUFL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困难 stress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86.87 ± 1.79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clean full OA 有下降，但 missing/degraded 更强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822960" y="4069080"/>
            <a:ext cx="46634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87552" y="4270248"/>
            <a:ext cx="347472" cy="36576"/>
          </a:xfrm>
          <a:prstGeom prst="rect">
            <a:avLst/>
          </a:prstGeom>
          <a:solidFill>
            <a:srgbClr val="AA5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4453128"/>
            <a:ext cx="4334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21212"/>
                </a:solidFill>
                <a:latin typeface="Microsoft YaHei"/>
              </a:rPr>
              <a:t>诚实处理 MUUFL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4818888"/>
            <a:ext cx="433425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6460"/>
                </a:solidFill>
                <a:latin typeface="Microsoft YaHei"/>
              </a:rPr>
              <a:t>不把 MUUFL 写成 clean OA 全面胜利，而是写成鲁棒性 trade-off 证据。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4069080"/>
            <a:ext cx="46634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16752" y="4270248"/>
            <a:ext cx="347472" cy="36576"/>
          </a:xfrm>
          <a:prstGeom prst="rect">
            <a:avLst/>
          </a:prstGeom>
          <a:solidFill>
            <a:srgbClr val="B18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16752" y="4453128"/>
            <a:ext cx="4334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21212"/>
                </a:solidFill>
                <a:latin typeface="Microsoft YaHei"/>
              </a:rPr>
              <a:t>导师需决策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16752" y="4818888"/>
            <a:ext cx="433425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6460"/>
                </a:solidFill>
                <a:latin typeface="Microsoft YaHei"/>
              </a:rPr>
              <a:t>MUUFL 保留主文可体现工作量，但会增加解释成本。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21212"/>
                </a:solidFill>
                <a:latin typeface="Microsoft YaHei"/>
              </a:rPr>
              <a:t>投稿准备状态：结构、引用、源码包均已过检查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>
                <a:solidFill>
                  <a:srgbClr val="42896C"/>
                </a:solidFill>
                <a:latin typeface="Microsoft YaHei"/>
              </a:rPr>
              <a:t>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0195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46460"/>
                </a:solidFill>
                <a:latin typeface="Microsoft YaHei"/>
              </a:rPr>
              <a:t>Readiness scanner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137160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>
                <a:solidFill>
                  <a:srgbClr val="42896C"/>
                </a:solidFill>
                <a:latin typeface="Microsoft YaHei"/>
              </a:rP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63240" y="190195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46460"/>
                </a:solidFill>
                <a:latin typeface="Microsoft YaHei"/>
              </a:rPr>
              <a:t>Package findings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49240" y="137160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>
                <a:solidFill>
                  <a:srgbClr val="B18F4E"/>
                </a:solidFill>
                <a:latin typeface="Microsoft YaHe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49240" y="190195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46460"/>
                </a:solidFill>
                <a:latin typeface="Microsoft YaHei"/>
              </a:rPr>
              <a:t>Clean source 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37160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>
                <a:solidFill>
                  <a:srgbClr val="3B689A"/>
                </a:solidFill>
                <a:latin typeface="Microsoft YaHei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190195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46460"/>
                </a:solidFill>
                <a:latin typeface="Microsoft YaHei"/>
              </a:rPr>
              <a:t>PDF pages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246120"/>
            <a:ext cx="30175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87552" y="3447288"/>
            <a:ext cx="347472" cy="36576"/>
          </a:xfrm>
          <a:prstGeom prst="rect">
            <a:avLst/>
          </a:prstGeom>
          <a:solidFill>
            <a:srgbClr val="4289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3630168"/>
            <a:ext cx="2688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21212"/>
                </a:solidFill>
                <a:latin typeface="Microsoft YaHei"/>
              </a:rPr>
              <a:t>已完成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3995928"/>
            <a:ext cx="268833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6460"/>
                </a:solidFill>
                <a:latin typeface="Microsoft YaHei"/>
              </a:rPr>
              <a:t>related-work audit、readiness gate、source package、PDF visual review。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3246120"/>
            <a:ext cx="30175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1" y="3447288"/>
            <a:ext cx="347472" cy="36576"/>
          </a:xfrm>
          <a:prstGeom prst="rect">
            <a:avLst/>
          </a:prstGeom>
          <a:solidFill>
            <a:srgbClr val="B18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0831" y="3630168"/>
            <a:ext cx="2688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21212"/>
                </a:solidFill>
                <a:latin typeface="Microsoft YaHei"/>
              </a:rPr>
              <a:t>当前产物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0831" y="3995928"/>
            <a:ext cx="268833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6460"/>
                </a:solidFill>
                <a:latin typeface="Microsoft YaHei"/>
              </a:rPr>
              <a:t>paper.pdf 与 brmnet_pricai2026_submission_source_20260719.zip。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0" y="3246120"/>
            <a:ext cx="30175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54112" y="3447288"/>
            <a:ext cx="347472" cy="36576"/>
          </a:xfrm>
          <a:prstGeom prst="rect">
            <a:avLst/>
          </a:prstGeom>
          <a:solidFill>
            <a:srgbClr val="3B6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54112" y="3630168"/>
            <a:ext cx="2688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21212"/>
                </a:solidFill>
                <a:latin typeface="Microsoft YaHei"/>
              </a:rPr>
              <a:t>剩余工作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112" y="3995928"/>
            <a:ext cx="268833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6460"/>
                </a:solidFill>
                <a:latin typeface="Microsoft YaHei"/>
              </a:rPr>
              <a:t>最终语言润色、导师决策、必要时补强 baseline。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21212"/>
                </a:solidFill>
                <a:latin typeface="Microsoft YaHei"/>
              </a:rPr>
              <a:t>当前风险与处理方式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4572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96112" y="1435608"/>
            <a:ext cx="347472" cy="36576"/>
          </a:xfrm>
          <a:prstGeom prst="rect">
            <a:avLst/>
          </a:prstGeom>
          <a:solidFill>
            <a:srgbClr val="AA5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618488"/>
            <a:ext cx="42428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21212"/>
                </a:solidFill>
                <a:latin typeface="Microsoft YaHei"/>
              </a:rPr>
              <a:t>创新性风险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984248"/>
            <a:ext cx="424281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6460"/>
                </a:solidFill>
                <a:latin typeface="Microsoft YaHei"/>
              </a:rPr>
              <a:t>不包装成大架构，强调真实 compact export + 多状态验证闭环。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59" y="1234440"/>
            <a:ext cx="4572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16751" y="1435608"/>
            <a:ext cx="347472" cy="36576"/>
          </a:xfrm>
          <a:prstGeom prst="rect">
            <a:avLst/>
          </a:prstGeom>
          <a:solidFill>
            <a:srgbClr val="B18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16751" y="1618488"/>
            <a:ext cx="42428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21212"/>
                </a:solidFill>
                <a:latin typeface="Microsoft YaHei"/>
              </a:rPr>
              <a:t>可靠性解释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6751" y="1984248"/>
            <a:ext cx="424281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6460"/>
                </a:solidFill>
                <a:latin typeface="Microsoft YaHei"/>
              </a:rPr>
              <a:t>避免说完全校准，只说 degradation-supervised diagnostic signal。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0"/>
            <a:ext cx="4572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6112" y="3401568"/>
            <a:ext cx="347472" cy="36576"/>
          </a:xfrm>
          <a:prstGeom prst="rect">
            <a:avLst/>
          </a:prstGeom>
          <a:solidFill>
            <a:srgbClr val="3B6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584448"/>
            <a:ext cx="42428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21212"/>
                </a:solidFill>
                <a:latin typeface="Microsoft YaHei"/>
              </a:rPr>
              <a:t>MUUFL 负面结果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950208"/>
            <a:ext cx="424281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6460"/>
                </a:solidFill>
                <a:latin typeface="Microsoft YaHei"/>
              </a:rPr>
              <a:t>保留 trade-off 表述，不隐藏 clean full OA 下降。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59" y="3200400"/>
            <a:ext cx="4572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16751" y="3401568"/>
            <a:ext cx="347472" cy="36576"/>
          </a:xfrm>
          <a:prstGeom prst="rect">
            <a:avLst/>
          </a:prstGeom>
          <a:solidFill>
            <a:srgbClr val="4289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16751" y="3584448"/>
            <a:ext cx="42428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21212"/>
                </a:solidFill>
                <a:latin typeface="Microsoft YaHei"/>
              </a:rPr>
              <a:t>范围漂移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16751" y="3950208"/>
            <a:ext cx="424281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6460"/>
                </a:solidFill>
                <a:latin typeface="Microsoft YaHei"/>
              </a:rPr>
              <a:t>routing、weighted CE、demo system 留给毕业论文扩展。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21212"/>
                </a:solidFill>
                <a:latin typeface="Microsoft YaHei"/>
              </a:rPr>
              <a:t>需要导师拍板的 4 个问题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B18F4E"/>
                </a:solidFill>
                <a:latin typeface="Microsoft YaHe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143000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21212"/>
                </a:solidFill>
                <a:latin typeface="Microsoft YaHei"/>
              </a:rPr>
              <a:t>是否接受当前题目，还是改短为 Fusion-Compatible Compact Export for Reliable Multimodal Remote Sensing Classification？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B18F4E"/>
                </a:solidFill>
                <a:latin typeface="Microsoft YaHe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286000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21212"/>
                </a:solidFill>
                <a:latin typeface="Microsoft YaHei"/>
              </a:rPr>
              <a:t>MUUFL 是否保留在主文，还是移到补充/毕业论文以降低解释成本？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42900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B18F4E"/>
                </a:solidFill>
                <a:latin typeface="Microsoft YaHe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429000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21212"/>
                </a:solidFill>
                <a:latin typeface="Microsoft YaHei"/>
              </a:rPr>
              <a:t>当前是否停止加小实验，进入语言润色和投稿包整理？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57200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B18F4E"/>
                </a:solidFill>
                <a:latin typeface="Microsoft YaHe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572000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21212"/>
                </a:solidFill>
                <a:latin typeface="Microsoft YaHei"/>
              </a:rPr>
              <a:t>若仍需补强创新性，优先补 larger-backbone transfer 还是 stronger lightweight baseline？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94360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下一步执行计划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298448"/>
            <a:ext cx="3108960" cy="36576"/>
          </a:xfrm>
          <a:prstGeom prst="rect">
            <a:avLst/>
          </a:prstGeom>
          <a:solidFill>
            <a:srgbClr val="B18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B18F4E"/>
                </a:solidFill>
                <a:latin typeface="Microsoft YaHe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82880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导师审阅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24028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E8E2"/>
                </a:solidFill>
                <a:latin typeface="Microsoft YaHei"/>
              </a:rPr>
              <a:t>确认题目、MUUFL 展示方式、是否补实验。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59" y="1828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B18F4E"/>
                </a:solidFill>
                <a:latin typeface="Microsoft YaHe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799" y="182880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语言润色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799" y="224028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E8E2"/>
                </a:solidFill>
                <a:latin typeface="Microsoft YaHei"/>
              </a:rPr>
              <a:t>压缩 Method/Experiments 重复解释，统一贡献表述。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4290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B18F4E"/>
                </a:solidFill>
                <a:latin typeface="Microsoft YaHe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42900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投稿包冻结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84048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E8E2"/>
                </a:solidFill>
                <a:latin typeface="Microsoft YaHei"/>
              </a:rPr>
              <a:t>PDF + clean source zip + README + checklist。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59" y="34290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B18F4E"/>
                </a:solidFill>
                <a:latin typeface="Microsoft YaHe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799" y="342900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毕业论文扩展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799" y="384048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E8E2"/>
                </a:solidFill>
                <a:latin typeface="Microsoft YaHei"/>
              </a:rPr>
              <a:t>回到 routing、demo system、class-wise diagnostics。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897880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</a:rPr>
              <a:t>当前状态：已经具备导师审阅版，不建议继续无边界加模块。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Elegant Black &amp; White Thesis Defense by Slidesgo">
  <a:themeElements>
    <a:clrScheme name="Simple Light">
      <a:dk1>
        <a:srgbClr val="333333"/>
      </a:dk1>
      <a:lt1>
        <a:srgbClr val="FDFDFD"/>
      </a:lt1>
      <a:dk2>
        <a:srgbClr val="E8E7E7"/>
      </a:dk2>
      <a:lt2>
        <a:srgbClr val="B2B2B2"/>
      </a:lt2>
      <a:accent1>
        <a:srgbClr val="77777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