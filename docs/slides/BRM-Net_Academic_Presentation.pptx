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MAC budget agreement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Budget and OA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Compact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85.53</c:v>
                </c:pt>
                <c:pt idx="1">
                  <c:v>85.84</c:v>
                </c:pt>
                <c:pt idx="2">
                  <c:v>85.74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Modality dropout effect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dropout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Noise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86.74</c:v>
                </c:pt>
                <c:pt idx="1">
                  <c:v>63.34</c:v>
                </c:pt>
                <c:pt idx="2">
                  <c:v>32.27</c:v>
                </c:pt>
                <c:pt idx="3">
                  <c:v>86.13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dropout 0.25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Noise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87.01</c:v>
                </c:pt>
                <c:pt idx="1">
                  <c:v>75.84</c:v>
                </c:pt>
                <c:pt idx="2">
                  <c:v>42.95</c:v>
                </c:pt>
                <c:pt idx="3">
                  <c:v>84.09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Clean vs adverse states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Adverse Avg.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74.89</c:v>
                </c:pt>
                <c:pt idx="1">
                  <c:v>76.41</c:v>
                </c:pt>
                <c:pt idx="2">
                  <c:v>79.54</c:v>
                </c:pt>
                <c:pt idx="3">
                  <c:v>84.72</c:v>
                </c:pt>
                <c:pt idx="4">
                  <c:v>84.76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86.97</c:v>
                </c:pt>
                <c:pt idx="1">
                  <c:v>86.72</c:v>
                </c:pt>
                <c:pt idx="2">
                  <c:v>87.45</c:v>
                </c:pt>
                <c:pt idx="3">
                  <c:v>85.99</c:v>
                </c:pt>
                <c:pt idx="4">
                  <c:v>86.9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Cross-dataset role evidence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86.9</c:v>
                </c:pt>
                <c:pt idx="1">
                  <c:v>98.94</c:v>
                </c:pt>
                <c:pt idx="2">
                  <c:v>86.87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Main-only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80.04</c:v>
                </c:pt>
                <c:pt idx="1">
                  <c:v>92.89</c:v>
                </c:pt>
                <c:pt idx="2">
                  <c:v>83.03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Occlusion-50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85.57</c:v>
                </c:pt>
                <c:pt idx="1">
                  <c:v>98.16</c:v>
                </c:pt>
                <c:pt idx="2">
                  <c:v>85.99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DA5B4"/>
                </a:solidFill>
                <a:latin typeface="Aptos"/>
              </a:rPr>
              <a:t>BRM-Net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607040" cy="10789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Fusion-Compatible Budgeted Compact Export
with Degradation-Supervised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606040"/>
            <a:ext cx="9509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EF4F8"/>
                </a:solidFill>
                <a:latin typeface="Aptos"/>
              </a:rPr>
              <a:t>for Multimodal Remote Sensing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3749039"/>
            <a:ext cx="73152" cy="10972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Can a multimodal RS model be physically compact and robust to missing/degraded modalities?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3749039"/>
            <a:ext cx="73152" cy="10972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Main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Actual MAC budget agreement + robustness under controlled modality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99248" y="3749039"/>
            <a:ext cx="73152" cy="109728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Submission-oriented story; thesis extensions remain future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053328"/>
            <a:ext cx="6583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EF4F8"/>
                </a:solidFill>
                <a:latin typeface="Aptos"/>
              </a:rPr>
              <a:t>Graduation pre-defense / group meeting / submission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Research motivation: why lightweight multimodal RS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sensor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target MAC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dataset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078992"/>
            <a:ext cx="2926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078992"/>
            <a:ext cx="73152" cy="21488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243584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Deployment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609343"/>
            <a:ext cx="2606040" cy="1545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Edge/onboard inference needs lower MACs, parameters, memory traffic, and stable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9875520" cy="14630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1A21"/>
                </a:solidFill>
                <a:latin typeface="Aptos"/>
              </a:defRPr>
            </a:pPr>
            <a:r>
              <a:t>HSI provides rich spectral signatures but is high-dimensional.</a:t>
            </a:r>
          </a:p>
          <a:p>
            <a:pPr>
              <a:spcAft>
                <a:spcPts val="700"/>
              </a:spcAft>
              <a:defRPr sz="1700">
                <a:solidFill>
                  <a:srgbClr val="141A21"/>
                </a:solidFill>
                <a:latin typeface="Aptos"/>
              </a:defRPr>
            </a:pPr>
            <a:r>
              <a:t>LiDAR or auxiliary sensors add geometry and spatial cues.</a:t>
            </a:r>
          </a:p>
          <a:p>
            <a:pPr>
              <a:spcAft>
                <a:spcPts val="700"/>
              </a:spcAft>
              <a:defRPr sz="1700">
                <a:solidFill>
                  <a:srgbClr val="141A21"/>
                </a:solidFill>
                <a:latin typeface="Aptos"/>
              </a:defRPr>
            </a:pPr>
            <a:r>
              <a:t>Multi-branch fusion improves accuracy but raises cost and failure modes.</a:t>
            </a:r>
          </a:p>
          <a:p>
            <a:pPr>
              <a:spcAft>
                <a:spcPts val="700"/>
              </a:spcAft>
              <a:defRPr sz="1700">
                <a:solidFill>
                  <a:srgbClr val="141A21"/>
                </a:solidFill>
                <a:latin typeface="Aptos"/>
              </a:defRPr>
            </a:pPr>
            <a:r>
              <a:t>A deployable method must report measured compact resources, not only training-time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Problem: resource budget + missing/degraded modality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Budget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The final network should satisfy a target resource ratio rho measured by actual MACs/params.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234440"/>
            <a:ext cx="73152" cy="18288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Missing modality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 modality can be physically unavailable and must be excluded from fusion competition.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234440"/>
            <a:ext cx="73152" cy="1828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Degraded modality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 modality can remain available but become noisy, low-resolution, or occluded.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E"/>
                </a:solidFill>
                <a:latin typeface="Aptos"/>
              </a:rPr>
              <a:t>Desired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932688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Keep complete-modality accuracy competitive.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Export a physically smaller compact model.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Handle full, main-only, auxiliary-only, and corrupted auxiliary inputs.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Treat reliability as a degradation-supervised diagnostic signal.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Key gap in existing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Method family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Compact export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Degraded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Fusion interface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Structured pruning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Usually single-backbone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Elastic networks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Width-adaptive only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Multimodal RS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Accuracy-first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Missing-modality RS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Often heavier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BRM-Net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Explicitly preserved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73152" cy="10515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Gap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Compression rarely respects multimodal fusion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160520"/>
            <a:ext cx="73152" cy="10515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Gap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Missing-modality methods often rely on reconstruction or heavier modules.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160520"/>
            <a:ext cx="73152" cy="10515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Degraded-but-available modalities are under-tested.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BRM-Net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150876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HSI/main
Auxiliary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Gated encoders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Hard-concrete
channel gates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828800"/>
            <a:ext cx="73152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Quality scores
q_m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Masked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Availability-aware
softmax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0" y="2587752"/>
            <a:ext cx="411479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828800"/>
            <a:ext cx="73152" cy="1508760"/>
          </a:xfrm>
          <a:prstGeom prst="rect">
            <a:avLst/>
          </a:prstGeom>
          <a:solidFill>
            <a:srgbClr val="1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Compact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Physical channel
removal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977639"/>
            <a:ext cx="11887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7689"/>
                </a:solidFill>
                <a:latin typeface="Aptos"/>
              </a:rPr>
              <a:t>Training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4096512"/>
            <a:ext cx="24688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00600" y="3977639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77E34"/>
                </a:solidFill>
                <a:latin typeface="Aptos"/>
              </a:rPr>
              <a:t>Compact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0" y="4096512"/>
            <a:ext cx="205740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49640" y="3977639"/>
            <a:ext cx="1371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C9C77"/>
                </a:solidFill>
                <a:latin typeface="Aptos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21208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33E"/>
                </a:solidFill>
                <a:latin typeface="Aptos"/>
              </a:rPr>
              <a:t>Main design principle: compress internal channels while preserving the terminal fusion feature interface.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3017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Aptos"/>
              </a:rPr>
              <a:t>Constrained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737360"/>
            <a:ext cx="73152" cy="15544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01952"/>
            <a:ext cx="4069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Deployment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4069080" cy="9509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min E[L_cls(f_theta(g(x), a), y)]
subject to R(f_theta^c) &lt;= rho R(f_theta)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98448"/>
            <a:ext cx="5212080" cy="21488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x^(1), x^(2): </a:t>
            </a:r>
            <a:r>
              <a:rPr sz="1400">
                <a:solidFill>
                  <a:srgbClr val="141A21"/>
                </a:solidFill>
                <a:latin typeface="Aptos"/>
              </a:rPr>
              <a:t>heterogeneous aligned observations such as HSI-LiDAR.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a_m in {0,1}: </a:t>
            </a:r>
            <a:r>
              <a:rPr sz="1400">
                <a:solidFill>
                  <a:srgbClr val="141A21"/>
                </a:solidFill>
                <a:latin typeface="Aptos"/>
              </a:rPr>
              <a:t>availability mask; missing modalities are excluded from fusion.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g in G: </a:t>
            </a:r>
            <a:r>
              <a:rPr sz="1400">
                <a:solidFill>
                  <a:srgbClr val="141A21"/>
                </a:solidFill>
                <a:latin typeface="Aptos"/>
              </a:rPr>
              <a:t>controlled degradation: noise, downsampling, occlusion.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f_theta^c: </a:t>
            </a:r>
            <a:r>
              <a:rPr sz="1400">
                <a:solidFill>
                  <a:srgbClr val="141A21"/>
                </a:solidFill>
                <a:latin typeface="Aptos"/>
              </a:rPr>
              <a:t>physically compact model after structural projection.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9966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4160520"/>
            <a:ext cx="73152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25112"/>
            <a:ext cx="9646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Narrow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90872"/>
            <a:ext cx="964692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BRM-Net does not claim physical sensor calibration. It evaluates degradation-supervised reliability as a diagnostic fusion signal under controlled modality states.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Budget-aware channel gating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9202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Gate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Each gated layer has z_l in [0,1]^C. Features are multiplied channel-wise before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9202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Training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Hard-concrete probabilities estimate expected channel usage and resource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234440"/>
            <a:ext cx="73152" cy="19202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Export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Threshold gates are binarized to meet target MACs while respecting minimum widths.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1097280" y="3749039"/>
          <a:ext cx="47548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3794760"/>
            <a:ext cx="4389120" cy="1417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Resource loss penalizes mismatch between expected and target MAC ratio.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Gating is only an intermediate training mechanism.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The final report evaluates exported compact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Fusion-compatible compact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5087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Why compatibility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Independent branch pruning can break the feature dimensions expected by the fusion 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Structural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Remove output channels, dependent input slices, BN parameters, and classifier weights.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Terminal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Preserve fusion-consumed terminal representations through tied or protected gates.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3657600"/>
          <a:ext cx="9966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Source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Compact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78.18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+1.86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Noise-high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84.59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+0.98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0120" y="55778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Source gated model and physically exported compact model remain close, supporting the compact-export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Availability-aware reliability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828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Reliability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Each modality produces q_m, a learned quality score used in fusion weighting.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73152" cy="182880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Availability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Unavailable modalities receive a large negative logit before softmax.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54696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4696" y="1234440"/>
            <a:ext cx="73152" cy="182880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Fusion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alpha_m = softmax(log q_m + mask(a_m)) over usable modalities.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97280" y="3794760"/>
          <a:ext cx="9326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BRM-Net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w/o mask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87.02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+0.12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76.72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-3.32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LiDAR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38.04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-0.45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85.67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+0.10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51560" y="5577840"/>
            <a:ext cx="9692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Interpretation: the mask mainly protects physically missing modalities, not every degraded-but-available case.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Degradation-supervised quality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137160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Clean /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target t_m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43000"/>
            <a:ext cx="73152" cy="13716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Missing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target t_m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73152" cy="13716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Noise / occlusion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intermediate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143000"/>
            <a:ext cx="73152" cy="13716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Downsample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lower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E"/>
                </a:solidFill>
                <a:latin typeface="Aptos"/>
              </a:rPr>
              <a:t>Training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40480"/>
            <a:ext cx="4617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840480"/>
            <a:ext cx="73152" cy="96012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05072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70832"/>
            <a:ext cx="4297680" cy="3566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L = L_cls + lambda_b L_bud + lambda_q L_qual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520440"/>
            <a:ext cx="475488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Degraded modalities remain available during fusion.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The reliability branch must learn to down-weight corrupted inputs.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This is not a calibrated physical sensor-quality estimator.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Training and export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9659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1. Source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Modality dropout + degradation sampling + budget loss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53512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53512" y="1508760"/>
            <a:ext cx="73152" cy="19659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2. Gate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Select threshold eta to match target MAC ratio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21224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21224" y="1508760"/>
            <a:ext cx="73152" cy="19659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4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3. Compact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Remove channels and dependent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487168"/>
            <a:ext cx="310895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8936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88936" y="1508760"/>
            <a:ext cx="73152" cy="1965960"/>
          </a:xfrm>
          <a:prstGeom prst="rect">
            <a:avLst/>
          </a:prstGeom>
          <a:solidFill>
            <a:srgbClr val="1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5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4. Fine-tune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Recover accuracy in the compact architecture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0888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56648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1508760"/>
            <a:ext cx="73152" cy="1965960"/>
          </a:xfrm>
          <a:prstGeom prst="rect">
            <a:avLst/>
          </a:prstGeom>
          <a:solidFill>
            <a:srgbClr val="0D7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5.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Full, missing, degraded, MACs, params, 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434840"/>
            <a:ext cx="9966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" y="4434840"/>
            <a:ext cx="73152" cy="10058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39" y="4599431"/>
            <a:ext cx="9646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Algorithmic emphasis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39" y="4965192"/>
            <a:ext cx="9646920" cy="402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The export stage is essential: the deployment model has physically fewer channels rather than merely soft gates in the source network.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Experimental protocol and datasets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Train/Test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Why included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Main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2,832 / 12,197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Official split; full ablation protocol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Trento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External validation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819 / 29,395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Near-saturated HSI-LiDAR accuracy test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Stress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1,550 / 52,137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Imbalanced scene; weak auxiliary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73152" cy="12344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OA, AA, Kappa, MAC ratio, parameter ratio, latency where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84048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Full, main-only, auxiliary-only, noise, downsampling, occlusion.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840480"/>
            <a:ext cx="73152" cy="12344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Reporting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Use fixed seeds and avoid leaderboard-style cross-dataset overclaiming.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Budget agreement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64.96%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actual MAC at 65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80.01%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actual MAC at 80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90.07%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actual MAC at 90 target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51560" y="3200400"/>
          <a:ext cx="52120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3246120"/>
          <a:ext cx="4160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/>
                <a:gridCol w="832104"/>
                <a:gridCol w="832104"/>
                <a:gridCol w="832104"/>
                <a:gridCol w="832104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Source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Compact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85.79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79.92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89.78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90.07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742432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233E"/>
                </a:solidFill>
                <a:latin typeface="Aptos"/>
              </a:rPr>
              <a:t>Main claim: target budgets can be materialized as measured compact networks.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Accuracy-efficiency trade-off</a:t>
            </a:r>
          </a:p>
        </p:txBody>
      </p:sp>
      <p:pic>
        <p:nvPicPr>
          <p:cNvPr id="5" name="Picture 4" descr="fig_pareto_accurac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4800600" cy="3897492"/>
          </a:xfrm>
          <a:prstGeom prst="rect">
            <a:avLst/>
          </a:prstGeom>
        </p:spPr>
      </p:pic>
      <p:pic>
        <p:nvPicPr>
          <p:cNvPr id="6" name="Picture 5" descr="fig_brmnet_result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43000"/>
            <a:ext cx="5257800" cy="3646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650992"/>
            <a:ext cx="98755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Evidence combines Pareto-style accuracy-efficiency view and the paper overview figure.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Missing-modality robustness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234440"/>
          <a:ext cx="5120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LiDAR 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LiDAR noise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no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63.34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32.27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dropout 0.25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87.01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75.84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42.95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84.09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743200"/>
          <a:ext cx="53949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12801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280160"/>
            <a:ext cx="73152" cy="12344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44751"/>
            <a:ext cx="35204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10512"/>
            <a:ext cx="352044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Training-time modality dropout greatly improves single-modality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8803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88036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044952"/>
            <a:ext cx="35204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410712"/>
            <a:ext cx="352044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Availability masking protects missing modalities; degradation needs quality supervision.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Degraded-modality robustness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7043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Noise-high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Down-4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Occ-50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Adverse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Full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74.21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74.89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Uniform fusion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77.01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78.35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73.87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76.41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Noise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73.32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79.54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Multi-deg p=.50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85.11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84.66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Multi-deg p=.25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51560" y="3657600"/>
          <a:ext cx="557784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384048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3840480"/>
            <a:ext cx="73152" cy="118872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19" y="4005072"/>
            <a:ext cx="3246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Key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9" y="4370832"/>
            <a:ext cx="324612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Adverse-state average improves from 74.89 to 84.76 under the 80% MAC setting.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Multi-dataset evidence: Houston / Trento / MUUFL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744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Full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Main-only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86.90 ± 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80.04 ± 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85.57 ± 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Trento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98.94 ± 0.94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92.89 ± 3.15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98.16 ± 1.87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79.90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86.87 ± 1.79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83.03 ± 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85.99 ± 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3246120"/>
          <a:ext cx="548640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338328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338328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547872"/>
            <a:ext cx="3246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913632"/>
            <a:ext cx="32461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Houston supports the main ablation story; Trento supports efficiency preservation; MUUFL exposes clean-robustness trade-off.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Ablation study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35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Ablation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What is removed/changed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Observed effect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Uniform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 reliability weighting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Limited corruption robustness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Noise quality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Only noise-supervised quality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Noise improves; occlusion remains weak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Multi-deg p=.50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Stronger degradation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Robust but slightly hurts full 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Multi-deg p=.25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Light multi-degradation schedule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Best adverse-state average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w/o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Disable availability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HSI-only OA drops by 3.32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1605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25112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90872"/>
            <a:ext cx="425196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Robustness comes from degradation-supervised reliability, not from a reliability scalar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1605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4160520"/>
            <a:ext cx="73152" cy="12344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25112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Submission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90872"/>
            <a:ext cx="425196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Routing, weighted CE, and profile label stabilization remain thesis extensions.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Visualization: retained width / reliability diagnostic / MUUFL error</a:t>
            </a:r>
          </a:p>
        </p:txBody>
      </p:sp>
      <p:pic>
        <p:nvPicPr>
          <p:cNvPr id="5" name="Picture 4" descr="fig_gate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063240" cy="2697801"/>
          </a:xfrm>
          <a:prstGeom prst="rect">
            <a:avLst/>
          </a:prstGeom>
        </p:spPr>
      </p:pic>
      <p:pic>
        <p:nvPicPr>
          <p:cNvPr id="6" name="Picture 5" descr="fig_controlled_corruption_reliabilit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43000"/>
            <a:ext cx="3977639" cy="3165617"/>
          </a:xfrm>
          <a:prstGeom prst="rect">
            <a:avLst/>
          </a:prstGeom>
        </p:spPr>
      </p:pic>
      <p:pic>
        <p:nvPicPr>
          <p:cNvPr id="7" name="Picture 6" descr="fig_muufl_erro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143000"/>
            <a:ext cx="3154680" cy="1998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687568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Visuals should be read as mechanism diagnostics; reliability is degradation-aware, not physically calibrated.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Discussion: clean-robustness trade-off and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Target MAC agreement and compact export are well supported on Houston2013.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Nuanced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MUUFL improves robustness but sacrifices 1.64 pp clean full-modality OA.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234440"/>
            <a:ext cx="73152" cy="15087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Current datasets are still HSI-LiDAR style; HS-MS and HS-SAR remain future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9875520" cy="15087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A single full-modality OA is not enough for deployment-oriented evaluation.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Reliability weighting is useful only when trained with corrupted-but-available states.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The paper should avoid claims of real onboard deployment or physical sensor calibration.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Larger backbones and stronger lightweight baselines would strengthen submission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24128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2233E"/>
                </a:solidFill>
                <a:latin typeface="Aptos"/>
              </a:rPr>
              <a:t>Contribution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compact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reliability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joint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46120"/>
            <a:ext cx="73152" cy="14630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Fusion-compatible budgeted compact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Learns gates and materializes compact models while preserving the fusion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246120"/>
            <a:ext cx="73152" cy="14630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Degradation-supervised reliability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Uses quality targets for corrupted-but-available modalities without reconstruction modules.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3246120"/>
            <a:ext cx="73152" cy="14630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Accuracy-efficiency-robustness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Reports actual MACs, missing-modality states, degraded states, and multi-dataset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Aptos"/>
              </a:rPr>
              <a:t>BRM-Net | academic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200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08760"/>
            <a:ext cx="73152" cy="13258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Extended thesis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Dynamic routing, weighted CE, profile label stabilization, class-wise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508760"/>
            <a:ext cx="73152" cy="13258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Stronger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Larger-backbone transfer, stronger lightweight baselines, denser corruption curves.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508760"/>
            <a:ext cx="73152" cy="132588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Demo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Interactive dataset/state/budget selector for thesis defense demonstration.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27432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DA5B4"/>
                </a:solidFill>
                <a:latin typeface="Aptos"/>
              </a:rPr>
              <a:t>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9875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Main message: BRM-Net targets deployable compact multimodal classification under budget, missing-modality, and degraded-modality constraints.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TODO: final confusion matrix / final latency table / denser corruption grid remain outside this PPT's confirmed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